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comments/modernComment_100_68C49C6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2A3E9A-F718-1733-8C04-16E8F909E3D6}" name="Decker, Margaret Vivian" initials="DM" userId="S::redacted-review-user-2::a6ed1fb4-b05f-4e02-a21c-07a213e6bba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" dt="2026-10-13T20:05:49.089"/>
    <p1510:client id="{20F167D6-5FD1-5AD4-5315-F5DB1129AFA2}" v="457" dt="2026-10-13T13:39:45.223"/>
    <p1510:client id="{78063168-DB5B-AF36-97E4-94AFAC745106}" v="252" dt="2026-10-13T20:18:36.064"/>
    <p1510:client id="{82B53794-B5CB-89ED-5F29-452D4B7D2A15}" v="23" dt="2026-10-13T14:00:38.276"/>
    <p1510:client id="{8414A3FC-49A6-462E-91A8-F901ECCB3FCC}" v="14" dt="2026-10-13T20:05:57.653"/>
    <p1510:client id="{9D00E7CF-C9BA-2E0E-B509-4AC96F3F1356}" v="209" dt="2026-10-13T15:04:34.247"/>
    <p1510:client id="{E11BD9C5-4B80-9C6F-2FD8-6B51654F260C}" v="31" dt="2026-10-13T15:17:23.527"/>
    <p1510:client id="{E94A5533-A351-F424-0345-AF579EF1A5A8}" v="39" dt="2026-10-13T20:06:02.0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ji, Liya Sara" userId="S::redacted-review-user-1::e86f5d4b-b961-4ce0-a944-be6ba4348cea" providerId="AD" clId="Web-{20F167D6-5FD1-5AD4-5315-F5DB1129AFA2}"/>
    <pc:docChg chg="mod addSld delSld modSld addMainMaster delMainMaster">
      <pc:chgData name="Aji, Liya Sara" userId="S::redacted-review-user-1::e86f5d4b-b961-4ce0-a944-be6ba4348cea" providerId="AD" clId="Web-{20F167D6-5FD1-5AD4-5315-F5DB1129AFA2}" dt="2026-10-13T13:39:45.223" v="463" actId="20577"/>
      <pc:docMkLst>
        <pc:docMk/>
      </pc:docMkLst>
      <pc:sldChg chg="addSp delSp modSp mod modClrScheme chgLayout">
        <pc:chgData name="Aji, Liya Sara" userId="S::redacted-review-user-1::e86f5d4b-b961-4ce0-a944-be6ba4348cea" providerId="AD" clId="Web-{20F167D6-5FD1-5AD4-5315-F5DB1129AFA2}" dt="2026-10-13T13:39:45.223" v="463" actId="20577"/>
        <pc:sldMkLst>
          <pc:docMk/>
          <pc:sldMk cId="109857222" sldId="256"/>
        </pc:sldMkLst>
        <pc:spChg chg="mod ord">
          <ac:chgData name="Aji, Liya Sara" userId="S::redacted-review-user-1::e86f5d4b-b961-4ce0-a944-be6ba4348cea" providerId="AD" clId="Web-{20F167D6-5FD1-5AD4-5315-F5DB1129AFA2}" dt="2026-10-13T13:39:45.223" v="463" actId="20577"/>
          <ac:spMkLst>
            <pc:docMk/>
            <pc:sldMk cId="109857222" sldId="256"/>
            <ac:spMk id="2" creationId="{00000000-0000-0000-0000-000000000000}"/>
          </ac:spMkLst>
        </pc:spChg>
        <pc:spChg chg="add del mod ord">
          <ac:chgData name="Aji, Liya Sara" userId="S::redacted-review-user-1::e86f5d4b-b961-4ce0-a944-be6ba4348cea" providerId="AD" clId="Web-{20F167D6-5FD1-5AD4-5315-F5DB1129AFA2}" dt="2026-10-13T13:14:11.146" v="14"/>
          <ac:spMkLst>
            <pc:docMk/>
            <pc:sldMk cId="109857222" sldId="256"/>
            <ac:spMk id="3" creationId="{00000000-0000-0000-0000-000000000000}"/>
          </ac:spMkLst>
        </pc:spChg>
        <pc:spChg chg="add del mod">
          <ac:chgData name="Aji, Liya Sara" userId="S::redacted-review-user-1::e86f5d4b-b961-4ce0-a944-be6ba4348cea" providerId="AD" clId="Web-{20F167D6-5FD1-5AD4-5315-F5DB1129AFA2}" dt="2026-10-13T13:14:05.912" v="12"/>
          <ac:spMkLst>
            <pc:docMk/>
            <pc:sldMk cId="109857222" sldId="256"/>
            <ac:spMk id="5" creationId="{6F48751E-6706-E1EE-C4B9-6EF879C26967}"/>
          </ac:spMkLst>
        </pc:spChg>
        <pc:spChg chg="add del mod">
          <ac:chgData name="Aji, Liya Sara" userId="S::redacted-review-user-1::e86f5d4b-b961-4ce0-a944-be6ba4348cea" providerId="AD" clId="Web-{20F167D6-5FD1-5AD4-5315-F5DB1129AFA2}" dt="2026-10-13T13:14:19.584" v="15"/>
          <ac:spMkLst>
            <pc:docMk/>
            <pc:sldMk cId="109857222" sldId="256"/>
            <ac:spMk id="7" creationId="{2046B35A-C2E3-4DD5-F45F-5D8E9DF6A220}"/>
          </ac:spMkLst>
        </pc:spChg>
        <pc:spChg chg="add mod">
          <ac:chgData name="Aji, Liya Sara" userId="S::redacted-review-user-1::e86f5d4b-b961-4ce0-a944-be6ba4348cea" providerId="AD" clId="Web-{20F167D6-5FD1-5AD4-5315-F5DB1129AFA2}" dt="2026-10-13T13:13:42.100" v="10"/>
          <ac:spMkLst>
            <pc:docMk/>
            <pc:sldMk cId="109857222" sldId="256"/>
            <ac:spMk id="8" creationId="{370F0414-C419-24E9-D588-ED0EBF5B4E4F}"/>
          </ac:spMkLst>
        </pc:spChg>
        <pc:spChg chg="add">
          <ac:chgData name="Aji, Liya Sara" userId="S::redacted-review-user-1::e86f5d4b-b961-4ce0-a944-be6ba4348cea" providerId="AD" clId="Web-{20F167D6-5FD1-5AD4-5315-F5DB1129AFA2}" dt="2026-10-13T13:14:24.818" v="16"/>
          <ac:spMkLst>
            <pc:docMk/>
            <pc:sldMk cId="109857222" sldId="256"/>
            <ac:spMk id="9" creationId="{2F434D6B-AA32-09B3-821B-A7FCA86264BB}"/>
          </ac:spMkLst>
        </pc:spChg>
        <pc:spChg chg="add mod">
          <ac:chgData name="Aji, Liya Sara" userId="S::redacted-review-user-1::e86f5d4b-b961-4ce0-a944-be6ba4348cea" providerId="AD" clId="Web-{20F167D6-5FD1-5AD4-5315-F5DB1129AFA2}" dt="2026-10-13T13:13:42.100" v="10"/>
          <ac:spMkLst>
            <pc:docMk/>
            <pc:sldMk cId="109857222" sldId="256"/>
            <ac:spMk id="10" creationId="{9EC7C09E-0888-D95B-F74B-AD5A3A6042DE}"/>
          </ac:spMkLst>
        </pc:spChg>
        <pc:spChg chg="add">
          <ac:chgData name="Aji, Liya Sara" userId="S::redacted-review-user-1::e86f5d4b-b961-4ce0-a944-be6ba4348cea" providerId="AD" clId="Web-{20F167D6-5FD1-5AD4-5315-F5DB1129AFA2}" dt="2026-10-13T13:14:26.740" v="17"/>
          <ac:spMkLst>
            <pc:docMk/>
            <pc:sldMk cId="109857222" sldId="256"/>
            <ac:spMk id="11" creationId="{ACECBE41-DDCB-6526-B071-67045C691D8C}"/>
          </ac:spMkLst>
        </pc:spChg>
        <pc:spChg chg="add mod">
          <ac:chgData name="Aji, Liya Sara" userId="S::redacted-review-user-1::e86f5d4b-b961-4ce0-a944-be6ba4348cea" providerId="AD" clId="Web-{20F167D6-5FD1-5AD4-5315-F5DB1129AFA2}" dt="2026-10-13T13:13:42.100" v="10"/>
          <ac:spMkLst>
            <pc:docMk/>
            <pc:sldMk cId="109857222" sldId="256"/>
            <ac:spMk id="12" creationId="{77FEEAE3-D6EB-D1A6-39A9-F18AA251665A}"/>
          </ac:spMkLst>
        </pc:spChg>
      </pc:sldChg>
      <pc:sldChg chg="addSp delSp modSp new">
        <pc:chgData name="Aji, Liya Sara" userId="S::redacted-review-user-1::e86f5d4b-b961-4ce0-a944-be6ba4348cea" providerId="AD" clId="Web-{20F167D6-5FD1-5AD4-5315-F5DB1129AFA2}" dt="2026-10-13T13:19:51.849" v="313"/>
        <pc:sldMkLst>
          <pc:docMk/>
          <pc:sldMk cId="3867910660" sldId="257"/>
        </pc:sldMkLst>
        <pc:spChg chg="del">
          <ac:chgData name="Aji, Liya Sara" userId="S::redacted-review-user-1::e86f5d4b-b961-4ce0-a944-be6ba4348cea" providerId="AD" clId="Web-{20F167D6-5FD1-5AD4-5315-F5DB1129AFA2}" dt="2026-10-13T13:15:05.256" v="22"/>
          <ac:spMkLst>
            <pc:docMk/>
            <pc:sldMk cId="3867910660" sldId="257"/>
            <ac:spMk id="2" creationId="{D2D2245D-E3EA-6572-0B62-822D869F3B63}"/>
          </ac:spMkLst>
        </pc:spChg>
        <pc:spChg chg="add del">
          <ac:chgData name="Aji, Liya Sara" userId="S::redacted-review-user-1::e86f5d4b-b961-4ce0-a944-be6ba4348cea" providerId="AD" clId="Web-{20F167D6-5FD1-5AD4-5315-F5DB1129AFA2}" dt="2026-10-13T13:15:01.303" v="21"/>
          <ac:spMkLst>
            <pc:docMk/>
            <pc:sldMk cId="3867910660" sldId="257"/>
            <ac:spMk id="6" creationId="{D215395D-AB82-52CF-DD7B-5265E3CFE5E9}"/>
          </ac:spMkLst>
        </pc:spChg>
        <pc:spChg chg="add mod">
          <ac:chgData name="Aji, Liya Sara" userId="S::redacted-review-user-1::e86f5d4b-b961-4ce0-a944-be6ba4348cea" providerId="AD" clId="Web-{20F167D6-5FD1-5AD4-5315-F5DB1129AFA2}" dt="2026-10-13T13:15:38.600" v="27" actId="1076"/>
          <ac:spMkLst>
            <pc:docMk/>
            <pc:sldMk cId="3867910660" sldId="257"/>
            <ac:spMk id="7" creationId="{D5A79990-CC62-4505-C144-F3621FBBF3A2}"/>
          </ac:spMkLst>
        </pc:spChg>
        <pc:graphicFrameChg chg="add mod modGraphic">
          <ac:chgData name="Aji, Liya Sara" userId="S::redacted-review-user-1::e86f5d4b-b961-4ce0-a944-be6ba4348cea" providerId="AD" clId="Web-{20F167D6-5FD1-5AD4-5315-F5DB1129AFA2}" dt="2026-10-13T13:19:51.849" v="313"/>
          <ac:graphicFrameMkLst>
            <pc:docMk/>
            <pc:sldMk cId="3867910660" sldId="257"/>
            <ac:graphicFrameMk id="9" creationId="{CB15F100-F01C-437B-C70C-711005B2C769}"/>
          </ac:graphicFrameMkLst>
        </pc:graphicFrameChg>
      </pc:sldChg>
      <pc:sldChg chg="addSp delSp modSp new mod modClrScheme chgLayout">
        <pc:chgData name="Aji, Liya Sara" userId="S::redacted-review-user-1::e86f5d4b-b961-4ce0-a944-be6ba4348cea" providerId="AD" clId="Web-{20F167D6-5FD1-5AD4-5315-F5DB1129AFA2}" dt="2026-10-13T13:33:32.755" v="328"/>
        <pc:sldMkLst>
          <pc:docMk/>
          <pc:sldMk cId="3953214880" sldId="259"/>
        </pc:sldMkLst>
        <pc:spChg chg="del">
          <ac:chgData name="Aji, Liya Sara" userId="S::redacted-review-user-1::e86f5d4b-b961-4ce0-a944-be6ba4348cea" providerId="AD" clId="Web-{20F167D6-5FD1-5AD4-5315-F5DB1129AFA2}" dt="2026-10-13T13:26:01.192" v="317"/>
          <ac:spMkLst>
            <pc:docMk/>
            <pc:sldMk cId="3953214880" sldId="259"/>
            <ac:spMk id="2" creationId="{2DF80673-DB08-1068-3E9F-8FBC5339E929}"/>
          </ac:spMkLst>
        </pc:spChg>
        <pc:spChg chg="mod">
          <ac:chgData name="Aji, Liya Sara" userId="S::redacted-review-user-1::e86f5d4b-b961-4ce0-a944-be6ba4348cea" providerId="AD" clId="Web-{20F167D6-5FD1-5AD4-5315-F5DB1129AFA2}" dt="2026-10-13T13:26:16.692" v="319"/>
          <ac:spMkLst>
            <pc:docMk/>
            <pc:sldMk cId="3953214880" sldId="259"/>
            <ac:spMk id="3" creationId="{86BCCE5E-544F-343A-8BF1-E8B50ACA1C07}"/>
          </ac:spMkLst>
        </pc:spChg>
        <pc:spChg chg="mod">
          <ac:chgData name="Aji, Liya Sara" userId="S::redacted-review-user-1::e86f5d4b-b961-4ce0-a944-be6ba4348cea" providerId="AD" clId="Web-{20F167D6-5FD1-5AD4-5315-F5DB1129AFA2}" dt="2026-10-13T13:26:16.692" v="319"/>
          <ac:spMkLst>
            <pc:docMk/>
            <pc:sldMk cId="3953214880" sldId="259"/>
            <ac:spMk id="4" creationId="{55FBDB7F-3C12-CDAD-8E7D-328C69C9155A}"/>
          </ac:spMkLst>
        </pc:spChg>
        <pc:spChg chg="mod">
          <ac:chgData name="Aji, Liya Sara" userId="S::redacted-review-user-1::e86f5d4b-b961-4ce0-a944-be6ba4348cea" providerId="AD" clId="Web-{20F167D6-5FD1-5AD4-5315-F5DB1129AFA2}" dt="2026-10-13T13:26:16.692" v="319"/>
          <ac:spMkLst>
            <pc:docMk/>
            <pc:sldMk cId="3953214880" sldId="259"/>
            <ac:spMk id="5" creationId="{1B38AF44-0EDD-D388-05D1-818BC75F4BF3}"/>
          </ac:spMkLst>
        </pc:spChg>
        <pc:spChg chg="add del">
          <ac:chgData name="Aji, Liya Sara" userId="S::redacted-review-user-1::e86f5d4b-b961-4ce0-a944-be6ba4348cea" providerId="AD" clId="Web-{20F167D6-5FD1-5AD4-5315-F5DB1129AFA2}" dt="2026-10-13T13:25:56.458" v="316"/>
          <ac:spMkLst>
            <pc:docMk/>
            <pc:sldMk cId="3953214880" sldId="259"/>
            <ac:spMk id="6" creationId="{2CF55EC5-5C56-25EA-00CD-D8EAC2548CB3}"/>
          </ac:spMkLst>
        </pc:spChg>
        <pc:spChg chg="add mod ord">
          <ac:chgData name="Aji, Liya Sara" userId="S::redacted-review-user-1::e86f5d4b-b961-4ce0-a944-be6ba4348cea" providerId="AD" clId="Web-{20F167D6-5FD1-5AD4-5315-F5DB1129AFA2}" dt="2026-10-13T13:26:25.161" v="321" actId="1076"/>
          <ac:spMkLst>
            <pc:docMk/>
            <pc:sldMk cId="3953214880" sldId="259"/>
            <ac:spMk id="7" creationId="{4275D073-4677-46F4-ECA8-914B7DD8AEE4}"/>
          </ac:spMkLst>
        </pc:spChg>
        <pc:spChg chg="add mod">
          <ac:chgData name="Aji, Liya Sara" userId="S::redacted-review-user-1::e86f5d4b-b961-4ce0-a944-be6ba4348cea" providerId="AD" clId="Web-{20F167D6-5FD1-5AD4-5315-F5DB1129AFA2}" dt="2026-10-13T13:33:25.083" v="327" actId="20577"/>
          <ac:spMkLst>
            <pc:docMk/>
            <pc:sldMk cId="3953214880" sldId="259"/>
            <ac:spMk id="8" creationId="{68EE7E51-EB9F-19F7-AB58-BE5F65CD9EB9}"/>
          </ac:spMkLst>
        </pc:spChg>
        <pc:spChg chg="add">
          <ac:chgData name="Aji, Liya Sara" userId="S::redacted-review-user-1::e86f5d4b-b961-4ce0-a944-be6ba4348cea" providerId="AD" clId="Web-{20F167D6-5FD1-5AD4-5315-F5DB1129AFA2}" dt="2026-10-13T13:33:32.755" v="328"/>
          <ac:spMkLst>
            <pc:docMk/>
            <pc:sldMk cId="3953214880" sldId="259"/>
            <ac:spMk id="9" creationId="{93F7B853-5A6C-535C-0AAA-F1AAF36EE9D6}"/>
          </ac:spMkLst>
        </pc:spChg>
      </pc:sldChg>
      <pc:sldChg chg="modSp add replId">
        <pc:chgData name="Aji, Liya Sara" userId="S::redacted-review-user-1::e86f5d4b-b961-4ce0-a944-be6ba4348cea" providerId="AD" clId="Web-{20F167D6-5FD1-5AD4-5315-F5DB1129AFA2}" dt="2026-10-13T13:33:48.661" v="343" actId="20577"/>
        <pc:sldMkLst>
          <pc:docMk/>
          <pc:sldMk cId="2086599792" sldId="260"/>
        </pc:sldMkLst>
        <pc:spChg chg="mod">
          <ac:chgData name="Aji, Liya Sara" userId="S::redacted-review-user-1::e86f5d4b-b961-4ce0-a944-be6ba4348cea" providerId="AD" clId="Web-{20F167D6-5FD1-5AD4-5315-F5DB1129AFA2}" dt="2026-10-13T13:33:48.661" v="343" actId="20577"/>
          <ac:spMkLst>
            <pc:docMk/>
            <pc:sldMk cId="2086599792" sldId="260"/>
            <ac:spMk id="7" creationId="{CD30B2EE-B771-6E0F-1F29-103C519EEC4D}"/>
          </ac:spMkLst>
        </pc:spChg>
      </pc:sldChg>
      <pc:sldChg chg="modSp add replId">
        <pc:chgData name="Aji, Liya Sara" userId="S::redacted-review-user-1::e86f5d4b-b961-4ce0-a944-be6ba4348cea" providerId="AD" clId="Web-{20F167D6-5FD1-5AD4-5315-F5DB1129AFA2}" dt="2026-10-13T13:34:01.630" v="345" actId="20577"/>
        <pc:sldMkLst>
          <pc:docMk/>
          <pc:sldMk cId="685394018" sldId="261"/>
        </pc:sldMkLst>
        <pc:spChg chg="mod">
          <ac:chgData name="Aji, Liya Sara" userId="S::redacted-review-user-1::e86f5d4b-b961-4ce0-a944-be6ba4348cea" providerId="AD" clId="Web-{20F167D6-5FD1-5AD4-5315-F5DB1129AFA2}" dt="2026-10-13T13:34:01.630" v="345" actId="20577"/>
          <ac:spMkLst>
            <pc:docMk/>
            <pc:sldMk cId="685394018" sldId="261"/>
            <ac:spMk id="7" creationId="{0CAD83FC-CA81-FABE-D5EA-A7C26366C1FC}"/>
          </ac:spMkLst>
        </pc:spChg>
      </pc:sldChg>
      <pc:sldChg chg="new del">
        <pc:chgData name="Aji, Liya Sara" userId="S::redacted-review-user-1::e86f5d4b-b961-4ce0-a944-be6ba4348cea" providerId="AD" clId="Web-{20F167D6-5FD1-5AD4-5315-F5DB1129AFA2}" dt="2026-10-13T13:34:12.021" v="347"/>
        <pc:sldMkLst>
          <pc:docMk/>
          <pc:sldMk cId="2994984374" sldId="262"/>
        </pc:sldMkLst>
      </pc:sldChg>
      <pc:sldChg chg="modSp add replId">
        <pc:chgData name="Aji, Liya Sara" userId="S::redacted-review-user-1::e86f5d4b-b961-4ce0-a944-be6ba4348cea" providerId="AD" clId="Web-{20F167D6-5FD1-5AD4-5315-F5DB1129AFA2}" dt="2026-10-13T13:34:25.786" v="363" actId="20577"/>
        <pc:sldMkLst>
          <pc:docMk/>
          <pc:sldMk cId="4148685984" sldId="262"/>
        </pc:sldMkLst>
        <pc:spChg chg="mod">
          <ac:chgData name="Aji, Liya Sara" userId="S::redacted-review-user-1::e86f5d4b-b961-4ce0-a944-be6ba4348cea" providerId="AD" clId="Web-{20F167D6-5FD1-5AD4-5315-F5DB1129AFA2}" dt="2026-10-13T13:34:25.786" v="363" actId="20577"/>
          <ac:spMkLst>
            <pc:docMk/>
            <pc:sldMk cId="4148685984" sldId="262"/>
            <ac:spMk id="7" creationId="{81D8F21C-5687-0C4A-4B1D-08F02CCAABE9}"/>
          </ac:spMkLst>
        </pc:spChg>
      </pc:sldChg>
      <pc:sldChg chg="modSp add replId">
        <pc:chgData name="Aji, Liya Sara" userId="S::redacted-review-user-1::e86f5d4b-b961-4ce0-a944-be6ba4348cea" providerId="AD" clId="Web-{20F167D6-5FD1-5AD4-5315-F5DB1129AFA2}" dt="2026-10-13T13:36:07.271" v="380" actId="20577"/>
        <pc:sldMkLst>
          <pc:docMk/>
          <pc:sldMk cId="3622240797" sldId="263"/>
        </pc:sldMkLst>
        <pc:spChg chg="mod">
          <ac:chgData name="Aji, Liya Sara" userId="S::redacted-review-user-1::e86f5d4b-b961-4ce0-a944-be6ba4348cea" providerId="AD" clId="Web-{20F167D6-5FD1-5AD4-5315-F5DB1129AFA2}" dt="2026-10-13T13:36:07.271" v="380" actId="20577"/>
          <ac:spMkLst>
            <pc:docMk/>
            <pc:sldMk cId="3622240797" sldId="263"/>
            <ac:spMk id="7" creationId="{FB667064-1068-CBDC-ED82-FA33A05297DA}"/>
          </ac:spMkLst>
        </pc:spChg>
      </pc:sldChg>
      <pc:sldChg chg="modSp add replId">
        <pc:chgData name="Aji, Liya Sara" userId="S::redacted-review-user-1::e86f5d4b-b961-4ce0-a944-be6ba4348cea" providerId="AD" clId="Web-{20F167D6-5FD1-5AD4-5315-F5DB1129AFA2}" dt="2026-10-13T13:36:23.911" v="398" actId="20577"/>
        <pc:sldMkLst>
          <pc:docMk/>
          <pc:sldMk cId="3571294775" sldId="264"/>
        </pc:sldMkLst>
        <pc:spChg chg="mod">
          <ac:chgData name="Aji, Liya Sara" userId="S::redacted-review-user-1::e86f5d4b-b961-4ce0-a944-be6ba4348cea" providerId="AD" clId="Web-{20F167D6-5FD1-5AD4-5315-F5DB1129AFA2}" dt="2026-10-13T13:36:23.911" v="398" actId="20577"/>
          <ac:spMkLst>
            <pc:docMk/>
            <pc:sldMk cId="3571294775" sldId="264"/>
            <ac:spMk id="7" creationId="{12E9A012-5726-6F59-AB0D-AD0A47840EE0}"/>
          </ac:spMkLst>
        </pc:spChg>
      </pc:sldChg>
      <pc:sldChg chg="modSp add replId">
        <pc:chgData name="Aji, Liya Sara" userId="S::redacted-review-user-1::e86f5d4b-b961-4ce0-a944-be6ba4348cea" providerId="AD" clId="Web-{20F167D6-5FD1-5AD4-5315-F5DB1129AFA2}" dt="2026-10-13T13:36:34.864" v="413" actId="20577"/>
        <pc:sldMkLst>
          <pc:docMk/>
          <pc:sldMk cId="1057648485" sldId="265"/>
        </pc:sldMkLst>
        <pc:spChg chg="mod">
          <ac:chgData name="Aji, Liya Sara" userId="S::redacted-review-user-1::e86f5d4b-b961-4ce0-a944-be6ba4348cea" providerId="AD" clId="Web-{20F167D6-5FD1-5AD4-5315-F5DB1129AFA2}" dt="2026-10-13T13:36:34.864" v="413" actId="20577"/>
          <ac:spMkLst>
            <pc:docMk/>
            <pc:sldMk cId="1057648485" sldId="265"/>
            <ac:spMk id="7" creationId="{465AC80F-332B-1837-C2CE-1224D1F82D50}"/>
          </ac:spMkLst>
        </pc:spChg>
      </pc:sldChg>
      <pc:sldChg chg="modSp add replId">
        <pc:chgData name="Aji, Liya Sara" userId="S::redacted-review-user-1::e86f5d4b-b961-4ce0-a944-be6ba4348cea" providerId="AD" clId="Web-{20F167D6-5FD1-5AD4-5315-F5DB1129AFA2}" dt="2026-10-13T13:36:45.380" v="428" actId="20577"/>
        <pc:sldMkLst>
          <pc:docMk/>
          <pc:sldMk cId="805048488" sldId="266"/>
        </pc:sldMkLst>
        <pc:spChg chg="mod">
          <ac:chgData name="Aji, Liya Sara" userId="S::redacted-review-user-1::e86f5d4b-b961-4ce0-a944-be6ba4348cea" providerId="AD" clId="Web-{20F167D6-5FD1-5AD4-5315-F5DB1129AFA2}" dt="2026-10-13T13:36:45.380" v="428" actId="20577"/>
          <ac:spMkLst>
            <pc:docMk/>
            <pc:sldMk cId="805048488" sldId="266"/>
            <ac:spMk id="7" creationId="{82ECA89D-52C5-DBF9-513A-5E959FE3161D}"/>
          </ac:spMkLst>
        </pc:spChg>
      </pc:sldChg>
      <pc:sldChg chg="modSp add replId">
        <pc:chgData name="Aji, Liya Sara" userId="S::redacted-review-user-1::e86f5d4b-b961-4ce0-a944-be6ba4348cea" providerId="AD" clId="Web-{20F167D6-5FD1-5AD4-5315-F5DB1129AFA2}" dt="2026-10-13T13:37:09.817" v="450" actId="20577"/>
        <pc:sldMkLst>
          <pc:docMk/>
          <pc:sldMk cId="3308746544" sldId="267"/>
        </pc:sldMkLst>
        <pc:spChg chg="mod">
          <ac:chgData name="Aji, Liya Sara" userId="S::redacted-review-user-1::e86f5d4b-b961-4ce0-a944-be6ba4348cea" providerId="AD" clId="Web-{20F167D6-5FD1-5AD4-5315-F5DB1129AFA2}" dt="2026-10-13T13:37:09.817" v="450" actId="20577"/>
          <ac:spMkLst>
            <pc:docMk/>
            <pc:sldMk cId="3308746544" sldId="267"/>
            <ac:spMk id="7" creationId="{348BB6A8-974C-7B30-876D-A0EBD11877DD}"/>
          </ac:spMkLst>
        </pc:spChg>
      </pc:sldChg>
      <pc:sldMasterChg chg="del delSldLayout">
        <pc:chgData name="Aji, Liya Sara" userId="S::redacted-review-user-1::e86f5d4b-b961-4ce0-a944-be6ba4348cea" providerId="AD" clId="Web-{20F167D6-5FD1-5AD4-5315-F5DB1129AFA2}" dt="2026-10-13T13:13:34.350" v="9"/>
        <pc:sldMasterMkLst>
          <pc:docMk/>
          <pc:sldMasterMk cId="2460954070" sldId="2147483660"/>
        </pc:sldMasterMkLst>
        <pc:sldLayoutChg chg="del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 modSldLayout">
        <pc:chgData name="Aji, Liya Sara" userId="S::redacted-review-user-1::e86f5d4b-b961-4ce0-a944-be6ba4348cea" providerId="AD" clId="Web-{20F167D6-5FD1-5AD4-5315-F5DB1129AFA2}" dt="2026-10-13T13:13:34.350" v="9"/>
        <pc:sldMasterMkLst>
          <pc:docMk/>
          <pc:sldMasterMk cId="3350644451" sldId="2147483672"/>
        </pc:sldMasterMkLst>
        <pc:sldLayoutChg chg="add mod replId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3350644451" sldId="2147483672"/>
            <pc:sldLayoutMk cId="425936197" sldId="2147483673"/>
          </pc:sldLayoutMkLst>
        </pc:sldLayoutChg>
        <pc:sldLayoutChg chg="add mod replId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3350644451" sldId="2147483672"/>
            <pc:sldLayoutMk cId="1198790638" sldId="2147483674"/>
          </pc:sldLayoutMkLst>
        </pc:sldLayoutChg>
        <pc:sldLayoutChg chg="add mod replId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3350644451" sldId="2147483672"/>
            <pc:sldLayoutMk cId="463955898" sldId="2147483675"/>
          </pc:sldLayoutMkLst>
        </pc:sldLayoutChg>
        <pc:sldLayoutChg chg="add mod replId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3350644451" sldId="2147483672"/>
            <pc:sldLayoutMk cId="4126470580" sldId="2147483676"/>
          </pc:sldLayoutMkLst>
        </pc:sldLayoutChg>
        <pc:sldLayoutChg chg="add mod replId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3350644451" sldId="2147483672"/>
            <pc:sldLayoutMk cId="1731503606" sldId="2147483677"/>
          </pc:sldLayoutMkLst>
        </pc:sldLayoutChg>
        <pc:sldLayoutChg chg="add mod replId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3350644451" sldId="2147483672"/>
            <pc:sldLayoutMk cId="3734593531" sldId="2147483678"/>
          </pc:sldLayoutMkLst>
        </pc:sldLayoutChg>
        <pc:sldLayoutChg chg="add mod replId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3350644451" sldId="2147483672"/>
            <pc:sldLayoutMk cId="4067236939" sldId="2147483679"/>
          </pc:sldLayoutMkLst>
        </pc:sldLayoutChg>
        <pc:sldLayoutChg chg="add mod replId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3350644451" sldId="2147483672"/>
            <pc:sldLayoutMk cId="2704321948" sldId="2147483680"/>
          </pc:sldLayoutMkLst>
        </pc:sldLayoutChg>
        <pc:sldLayoutChg chg="add mod replId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3350644451" sldId="2147483672"/>
            <pc:sldLayoutMk cId="1839891760" sldId="2147483681"/>
          </pc:sldLayoutMkLst>
        </pc:sldLayoutChg>
        <pc:sldLayoutChg chg="add mod replId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3350644451" sldId="2147483672"/>
            <pc:sldLayoutMk cId="508296315" sldId="2147483682"/>
          </pc:sldLayoutMkLst>
        </pc:sldLayoutChg>
        <pc:sldLayoutChg chg="add mod replId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3350644451" sldId="2147483672"/>
            <pc:sldLayoutMk cId="940294911" sldId="2147483683"/>
          </pc:sldLayoutMkLst>
        </pc:sldLayoutChg>
        <pc:sldLayoutChg chg="add mod replId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3350644451" sldId="2147483672"/>
            <pc:sldLayoutMk cId="309728698" sldId="2147483684"/>
          </pc:sldLayoutMkLst>
        </pc:sldLayoutChg>
        <pc:sldLayoutChg chg="add mod replId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3350644451" sldId="2147483672"/>
            <pc:sldLayoutMk cId="983580357" sldId="2147483685"/>
          </pc:sldLayoutMkLst>
        </pc:sldLayoutChg>
        <pc:sldLayoutChg chg="add mod replId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3350644451" sldId="2147483672"/>
            <pc:sldLayoutMk cId="2524338004" sldId="2147483686"/>
          </pc:sldLayoutMkLst>
        </pc:sldLayoutChg>
        <pc:sldLayoutChg chg="add mod replId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3350644451" sldId="2147483672"/>
            <pc:sldLayoutMk cId="4259817959" sldId="2147483687"/>
          </pc:sldLayoutMkLst>
        </pc:sldLayoutChg>
        <pc:sldLayoutChg chg="add mod replId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3350644451" sldId="2147483672"/>
            <pc:sldLayoutMk cId="649091821" sldId="2147483688"/>
          </pc:sldLayoutMkLst>
        </pc:sldLayoutChg>
        <pc:sldLayoutChg chg="add mod replId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3350644451" sldId="2147483672"/>
            <pc:sldLayoutMk cId="674498149" sldId="2147483689"/>
          </pc:sldLayoutMkLst>
        </pc:sldLayoutChg>
        <pc:sldLayoutChg chg="add mod replId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3350644451" sldId="2147483672"/>
            <pc:sldLayoutMk cId="215641139" sldId="2147483690"/>
          </pc:sldLayoutMkLst>
        </pc:sldLayoutChg>
        <pc:sldLayoutChg chg="add mod replId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3350644451" sldId="2147483672"/>
            <pc:sldLayoutMk cId="3154560993" sldId="2147483691"/>
          </pc:sldLayoutMkLst>
        </pc:sldLayoutChg>
        <pc:sldLayoutChg chg="add mod replId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3350644451" sldId="2147483672"/>
            <pc:sldLayoutMk cId="3585688641" sldId="2147483692"/>
          </pc:sldLayoutMkLst>
        </pc:sldLayoutChg>
        <pc:sldLayoutChg chg="add mod replId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3350644451" sldId="2147483672"/>
            <pc:sldLayoutMk cId="823686436" sldId="2147483693"/>
          </pc:sldLayoutMkLst>
        </pc:sldLayoutChg>
        <pc:sldLayoutChg chg="add mod replId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3350644451" sldId="2147483672"/>
            <pc:sldLayoutMk cId="2723492374" sldId="2147483694"/>
          </pc:sldLayoutMkLst>
        </pc:sldLayoutChg>
        <pc:sldLayoutChg chg="add mod replId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3350644451" sldId="2147483672"/>
            <pc:sldLayoutMk cId="2276971466" sldId="2147483695"/>
          </pc:sldLayoutMkLst>
        </pc:sldLayoutChg>
        <pc:sldLayoutChg chg="add mod replId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3350644451" sldId="2147483672"/>
            <pc:sldLayoutMk cId="2668136458" sldId="2147483696"/>
          </pc:sldLayoutMkLst>
        </pc:sldLayoutChg>
        <pc:sldLayoutChg chg="add mod replId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3350644451" sldId="2147483672"/>
            <pc:sldLayoutMk cId="3340657460" sldId="2147483697"/>
          </pc:sldLayoutMkLst>
        </pc:sldLayoutChg>
        <pc:sldLayoutChg chg="add mod replId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3350644451" sldId="2147483672"/>
            <pc:sldLayoutMk cId="3501585434" sldId="2147483698"/>
          </pc:sldLayoutMkLst>
        </pc:sldLayoutChg>
        <pc:sldLayoutChg chg="add mod replId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3350644451" sldId="2147483672"/>
            <pc:sldLayoutMk cId="3321079580" sldId="2147483699"/>
          </pc:sldLayoutMkLst>
        </pc:sldLayoutChg>
        <pc:sldLayoutChg chg="add mod replId">
          <pc:chgData name="Aji, Liya Sara" userId="S::redacted-review-user-1::e86f5d4b-b961-4ce0-a944-be6ba4348cea" providerId="AD" clId="Web-{20F167D6-5FD1-5AD4-5315-F5DB1129AFA2}" dt="2026-10-13T13:13:34.350" v="9"/>
          <pc:sldLayoutMkLst>
            <pc:docMk/>
            <pc:sldMasterMk cId="3350644451" sldId="2147483672"/>
            <pc:sldLayoutMk cId="204102584" sldId="2147483700"/>
          </pc:sldLayoutMkLst>
        </pc:sldLayoutChg>
      </pc:sldMasterChg>
    </pc:docChg>
  </pc:docChgLst>
  <pc:docChgLst>
    <pc:chgData name="Decker, Margaret Vivian" userId="S::redacted-review-user-2::a6ed1fb4-b05f-4e02-a21c-07a213e6bbad" providerId="AD" clId="Web-{82B53794-B5CB-89ED-5F29-452D4B7D2A15}"/>
    <pc:docChg chg="addSld delSld modSld">
      <pc:chgData name="Decker, Margaret Vivian" userId="S::redacted-review-user-2::a6ed1fb4-b05f-4e02-a21c-07a213e6bbad" providerId="AD" clId="Web-{82B53794-B5CB-89ED-5F29-452D4B7D2A15}" dt="2026-10-13T14:00:36.964" v="20" actId="20577"/>
      <pc:docMkLst>
        <pc:docMk/>
      </pc:docMkLst>
      <pc:sldChg chg="delSp modSp add replId">
        <pc:chgData name="Decker, Margaret Vivian" userId="S::redacted-review-user-2::a6ed1fb4-b05f-4e02-a21c-07a213e6bbad" providerId="AD" clId="Web-{82B53794-B5CB-89ED-5F29-452D4B7D2A15}" dt="2026-10-13T13:16:50.501" v="19" actId="20577"/>
        <pc:sldMkLst>
          <pc:docMk/>
          <pc:sldMk cId="1595522448" sldId="258"/>
        </pc:sldMkLst>
        <pc:spChg chg="mod">
          <ac:chgData name="Decker, Margaret Vivian" userId="S::redacted-review-user-2::a6ed1fb4-b05f-4e02-a21c-07a213e6bbad" providerId="AD" clId="Web-{82B53794-B5CB-89ED-5F29-452D4B7D2A15}" dt="2026-10-13T13:16:50.501" v="19" actId="20577"/>
          <ac:spMkLst>
            <pc:docMk/>
            <pc:sldMk cId="1595522448" sldId="258"/>
            <ac:spMk id="7" creationId="{10F36CEF-AE7B-604B-251B-928B7C97E8BA}"/>
          </ac:spMkLst>
        </pc:spChg>
        <pc:graphicFrameChg chg="del">
          <ac:chgData name="Decker, Margaret Vivian" userId="S::redacted-review-user-2::a6ed1fb4-b05f-4e02-a21c-07a213e6bbad" providerId="AD" clId="Web-{82B53794-B5CB-89ED-5F29-452D4B7D2A15}" dt="2026-10-13T13:16:44.361" v="5"/>
          <ac:graphicFrameMkLst>
            <pc:docMk/>
            <pc:sldMk cId="1595522448" sldId="258"/>
            <ac:graphicFrameMk id="9" creationId="{4D4EEAE5-25E1-3B05-694C-7D7C7D97EE00}"/>
          </ac:graphicFrameMkLst>
        </pc:graphicFrameChg>
      </pc:sldChg>
      <pc:sldChg chg="modSp new del">
        <pc:chgData name="Decker, Margaret Vivian" userId="S::redacted-review-user-2::a6ed1fb4-b05f-4e02-a21c-07a213e6bbad" providerId="AD" clId="Web-{82B53794-B5CB-89ED-5F29-452D4B7D2A15}" dt="2026-10-13T13:16:37.173" v="3"/>
        <pc:sldMkLst>
          <pc:docMk/>
          <pc:sldMk cId="2416974143" sldId="258"/>
        </pc:sldMkLst>
        <pc:spChg chg="mod">
          <ac:chgData name="Decker, Margaret Vivian" userId="S::redacted-review-user-2::a6ed1fb4-b05f-4e02-a21c-07a213e6bbad" providerId="AD" clId="Web-{82B53794-B5CB-89ED-5F29-452D4B7D2A15}" dt="2026-10-13T13:16:33.017" v="2" actId="20577"/>
          <ac:spMkLst>
            <pc:docMk/>
            <pc:sldMk cId="2416974143" sldId="258"/>
            <ac:spMk id="2" creationId="{ACD9F93C-AA98-AA97-C02B-EC1CFEAAD3E9}"/>
          </ac:spMkLst>
        </pc:spChg>
      </pc:sldChg>
      <pc:sldChg chg="modSp">
        <pc:chgData name="Decker, Margaret Vivian" userId="S::redacted-review-user-2::a6ed1fb4-b05f-4e02-a21c-07a213e6bbad" providerId="AD" clId="Web-{82B53794-B5CB-89ED-5F29-452D4B7D2A15}" dt="2026-10-13T14:00:36.964" v="20" actId="20577"/>
        <pc:sldMkLst>
          <pc:docMk/>
          <pc:sldMk cId="3953214880" sldId="259"/>
        </pc:sldMkLst>
        <pc:spChg chg="mod">
          <ac:chgData name="Decker, Margaret Vivian" userId="S::redacted-review-user-2::a6ed1fb4-b05f-4e02-a21c-07a213e6bbad" providerId="AD" clId="Web-{82B53794-B5CB-89ED-5F29-452D4B7D2A15}" dt="2026-10-13T14:00:36.964" v="20" actId="20577"/>
          <ac:spMkLst>
            <pc:docMk/>
            <pc:sldMk cId="3953214880" sldId="259"/>
            <ac:spMk id="9" creationId="{93F7B853-5A6C-535C-0AAA-F1AAF36EE9D6}"/>
          </ac:spMkLst>
        </pc:spChg>
      </pc:sldChg>
    </pc:docChg>
  </pc:docChgLst>
  <pc:docChgLst>
    <pc:chgData name="Aji, Liya Sara" userId="S::redacted-review-user-1::e86f5d4b-b961-4ce0-a944-be6ba4348cea" providerId="AD" clId="Web-{00000000-0000-0000-0000-000000000000}"/>
    <pc:docChg chg="modSld">
      <pc:chgData name="Aji, Liya Sara" userId="S::redacted-review-user-1::e86f5d4b-b961-4ce0-a944-be6ba4348cea" providerId="AD" clId="Web-{00000000-0000-0000-0000-000000000000}" dt="2026-10-13T20:05:49.089" v="2"/>
      <pc:docMkLst>
        <pc:docMk/>
      </pc:docMkLst>
      <pc:sldChg chg="modSp">
        <pc:chgData name="Aji, Liya Sara" userId="S::redacted-review-user-1::e86f5d4b-b961-4ce0-a944-be6ba4348cea" providerId="AD" clId="Web-{00000000-0000-0000-0000-000000000000}" dt="2026-10-13T19:56:32.472" v="0" actId="1076"/>
        <pc:sldMkLst>
          <pc:docMk/>
          <pc:sldMk cId="685394018" sldId="261"/>
        </pc:sldMkLst>
        <pc:picChg chg="mod">
          <ac:chgData name="Aji, Liya Sara" userId="S::redacted-review-user-1::e86f5d4b-b961-4ce0-a944-be6ba4348cea" providerId="AD" clId="Web-{00000000-0000-0000-0000-000000000000}" dt="2026-10-13T19:56:32.472" v="0" actId="1076"/>
          <ac:picMkLst>
            <pc:docMk/>
            <pc:sldMk cId="685394018" sldId="261"/>
            <ac:picMk id="6" creationId="{3B405CEF-B25A-9154-26A1-69B5E1C9E5EF}"/>
          </ac:picMkLst>
        </pc:picChg>
      </pc:sldChg>
      <pc:sldChg chg="addSp delSp">
        <pc:chgData name="Aji, Liya Sara" userId="S::redacted-review-user-1::e86f5d4b-b961-4ce0-a944-be6ba4348cea" providerId="AD" clId="Web-{00000000-0000-0000-0000-000000000000}" dt="2026-10-13T20:05:49.089" v="2"/>
        <pc:sldMkLst>
          <pc:docMk/>
          <pc:sldMk cId="4148685984" sldId="262"/>
        </pc:sldMkLst>
        <pc:spChg chg="add del">
          <ac:chgData name="Aji, Liya Sara" userId="S::redacted-review-user-1::e86f5d4b-b961-4ce0-a944-be6ba4348cea" providerId="AD" clId="Web-{00000000-0000-0000-0000-000000000000}" dt="2026-10-13T20:05:49.089" v="2"/>
          <ac:spMkLst>
            <pc:docMk/>
            <pc:sldMk cId="4148685984" sldId="262"/>
            <ac:spMk id="2" creationId="{6CCD67A0-3EA5-0C61-DC1E-3F56E6D9C136}"/>
          </ac:spMkLst>
        </pc:spChg>
      </pc:sldChg>
    </pc:docChg>
  </pc:docChgLst>
  <pc:docChgLst>
    <pc:chgData name="Alavez Reyes, Jonathan Eveth" userId="S::redacted-review-user-3::ab4d1f50-bdf4-404d-b482-fffaebbbdbdb" providerId="AD" clId="Web-{78063168-DB5B-AF36-97E4-94AFAC745106}"/>
    <pc:docChg chg="modSld">
      <pc:chgData name="Alavez Reyes, Jonathan Eveth" userId="S::redacted-review-user-3::ab4d1f50-bdf4-404d-b482-fffaebbbdbdb" providerId="AD" clId="Web-{78063168-DB5B-AF36-97E4-94AFAC745106}" dt="2026-10-13T20:18:35.470" v="150" actId="20577"/>
      <pc:docMkLst>
        <pc:docMk/>
      </pc:docMkLst>
      <pc:sldChg chg="addSp delSp modSp">
        <pc:chgData name="Alavez Reyes, Jonathan Eveth" userId="S::redacted-review-user-3::ab4d1f50-bdf4-404d-b482-fffaebbbdbdb" providerId="AD" clId="Web-{78063168-DB5B-AF36-97E4-94AFAC745106}" dt="2026-10-13T20:18:05.235" v="141" actId="1076"/>
        <pc:sldMkLst>
          <pc:docMk/>
          <pc:sldMk cId="685394018" sldId="261"/>
        </pc:sldMkLst>
        <pc:spChg chg="add mod">
          <ac:chgData name="Alavez Reyes, Jonathan Eveth" userId="S::redacted-review-user-3::ab4d1f50-bdf4-404d-b482-fffaebbbdbdb" providerId="AD" clId="Web-{78063168-DB5B-AF36-97E4-94AFAC745106}" dt="2026-10-13T20:18:05.235" v="141" actId="1076"/>
          <ac:spMkLst>
            <pc:docMk/>
            <pc:sldMk cId="685394018" sldId="261"/>
            <ac:spMk id="8" creationId="{E411CCE8-6434-3D9E-9F39-294B3949D28B}"/>
          </ac:spMkLst>
        </pc:spChg>
        <pc:picChg chg="add del mod">
          <ac:chgData name="Alavez Reyes, Jonathan Eveth" userId="S::redacted-review-user-3::ab4d1f50-bdf4-404d-b482-fffaebbbdbdb" providerId="AD" clId="Web-{78063168-DB5B-AF36-97E4-94AFAC745106}" dt="2026-10-13T19:29:50.922" v="1"/>
          <ac:picMkLst>
            <pc:docMk/>
            <pc:sldMk cId="685394018" sldId="261"/>
            <ac:picMk id="2" creationId="{9E73A1B4-C62E-A256-5C67-869B263AE1F6}"/>
          </ac:picMkLst>
        </pc:picChg>
        <pc:picChg chg="add mod">
          <ac:chgData name="Alavez Reyes, Jonathan Eveth" userId="S::redacted-review-user-3::ab4d1f50-bdf4-404d-b482-fffaebbbdbdb" providerId="AD" clId="Web-{78063168-DB5B-AF36-97E4-94AFAC745106}" dt="2026-10-13T20:17:55.344" v="139" actId="1076"/>
          <ac:picMkLst>
            <pc:docMk/>
            <pc:sldMk cId="685394018" sldId="261"/>
            <ac:picMk id="6" creationId="{3B405CEF-B25A-9154-26A1-69B5E1C9E5EF}"/>
          </ac:picMkLst>
        </pc:picChg>
      </pc:sldChg>
      <pc:sldChg chg="addSp delSp modSp">
        <pc:chgData name="Alavez Reyes, Jonathan Eveth" userId="S::redacted-review-user-3::ab4d1f50-bdf4-404d-b482-fffaebbbdbdb" providerId="AD" clId="Web-{78063168-DB5B-AF36-97E4-94AFAC745106}" dt="2026-10-13T20:18:35.470" v="150" actId="20577"/>
        <pc:sldMkLst>
          <pc:docMk/>
          <pc:sldMk cId="3571294775" sldId="264"/>
        </pc:sldMkLst>
        <pc:spChg chg="add mod">
          <ac:chgData name="Alavez Reyes, Jonathan Eveth" userId="S::redacted-review-user-3::ab4d1f50-bdf4-404d-b482-fffaebbbdbdb" providerId="AD" clId="Web-{78063168-DB5B-AF36-97E4-94AFAC745106}" dt="2026-10-13T20:18:35.470" v="150" actId="20577"/>
          <ac:spMkLst>
            <pc:docMk/>
            <pc:sldMk cId="3571294775" sldId="264"/>
            <ac:spMk id="9" creationId="{139D4718-329A-F362-668E-2547A69A18CF}"/>
          </ac:spMkLst>
        </pc:spChg>
        <pc:picChg chg="add del mod">
          <ac:chgData name="Alavez Reyes, Jonathan Eveth" userId="S::redacted-review-user-3::ab4d1f50-bdf4-404d-b482-fffaebbbdbdb" providerId="AD" clId="Web-{78063168-DB5B-AF36-97E4-94AFAC745106}" dt="2026-10-13T20:06:34.096" v="10"/>
          <ac:picMkLst>
            <pc:docMk/>
            <pc:sldMk cId="3571294775" sldId="264"/>
            <ac:picMk id="2" creationId="{0FD5B75A-4F63-C829-5E90-10457E99BF7B}"/>
          </ac:picMkLst>
        </pc:picChg>
        <pc:picChg chg="add mod">
          <ac:chgData name="Alavez Reyes, Jonathan Eveth" userId="S::redacted-review-user-3::ab4d1f50-bdf4-404d-b482-fffaebbbdbdb" providerId="AD" clId="Web-{78063168-DB5B-AF36-97E4-94AFAC745106}" dt="2026-10-13T20:07:35.552" v="17" actId="1076"/>
          <ac:picMkLst>
            <pc:docMk/>
            <pc:sldMk cId="3571294775" sldId="264"/>
            <ac:picMk id="8" creationId="{C8E449C5-88F5-A513-C3E2-486751725702}"/>
          </ac:picMkLst>
        </pc:picChg>
      </pc:sldChg>
    </pc:docChg>
  </pc:docChgLst>
  <pc:docChgLst>
    <pc:chgData name="Decker, Margaret Vivian" userId="S::redacted-review-user-2::a6ed1fb4-b05f-4e02-a21c-07a213e6bbad" providerId="AD" clId="Web-{9D00E7CF-C9BA-2E0E-B509-4AC96F3F1356}"/>
    <pc:docChg chg="mod modSld">
      <pc:chgData name="Decker, Margaret Vivian" userId="S::redacted-review-user-2::a6ed1fb4-b05f-4e02-a21c-07a213e6bbad" providerId="AD" clId="Web-{9D00E7CF-C9BA-2E0E-B509-4AC96F3F1356}" dt="2026-10-13T15:04:34.247" v="211" actId="1076"/>
      <pc:docMkLst>
        <pc:docMk/>
      </pc:docMkLst>
      <pc:sldChg chg="modSp">
        <pc:chgData name="Decker, Margaret Vivian" userId="S::redacted-review-user-2::a6ed1fb4-b05f-4e02-a21c-07a213e6bbad" providerId="AD" clId="Web-{9D00E7CF-C9BA-2E0E-B509-4AC96F3F1356}" dt="2026-10-13T14:53:18.856" v="162" actId="20577"/>
        <pc:sldMkLst>
          <pc:docMk/>
          <pc:sldMk cId="109857222" sldId="256"/>
        </pc:sldMkLst>
        <pc:spChg chg="mod">
          <ac:chgData name="Decker, Margaret Vivian" userId="S::redacted-review-user-2::a6ed1fb4-b05f-4e02-a21c-07a213e6bbad" providerId="AD" clId="Web-{9D00E7CF-C9BA-2E0E-B509-4AC96F3F1356}" dt="2026-10-13T14:53:18.856" v="162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modSp">
        <pc:chgData name="Decker, Margaret Vivian" userId="S::redacted-review-user-2::a6ed1fb4-b05f-4e02-a21c-07a213e6bbad" providerId="AD" clId="Web-{9D00E7CF-C9BA-2E0E-B509-4AC96F3F1356}" dt="2026-10-13T14:44:13.784" v="148" actId="1076"/>
        <pc:sldMkLst>
          <pc:docMk/>
          <pc:sldMk cId="3867910660" sldId="257"/>
        </pc:sldMkLst>
        <pc:spChg chg="mod">
          <ac:chgData name="Decker, Margaret Vivian" userId="S::redacted-review-user-2::a6ed1fb4-b05f-4e02-a21c-07a213e6bbad" providerId="AD" clId="Web-{9D00E7CF-C9BA-2E0E-B509-4AC96F3F1356}" dt="2026-10-13T14:44:13.784" v="148" actId="1076"/>
          <ac:spMkLst>
            <pc:docMk/>
            <pc:sldMk cId="3867910660" sldId="257"/>
            <ac:spMk id="7" creationId="{D5A79990-CC62-4505-C144-F3621FBBF3A2}"/>
          </ac:spMkLst>
        </pc:spChg>
        <pc:graphicFrameChg chg="mod modGraphic">
          <ac:chgData name="Decker, Margaret Vivian" userId="S::redacted-review-user-2::a6ed1fb4-b05f-4e02-a21c-07a213e6bbad" providerId="AD" clId="Web-{9D00E7CF-C9BA-2E0E-B509-4AC96F3F1356}" dt="2026-10-13T14:44:06.440" v="146" actId="1076"/>
          <ac:graphicFrameMkLst>
            <pc:docMk/>
            <pc:sldMk cId="3867910660" sldId="257"/>
            <ac:graphicFrameMk id="9" creationId="{CB15F100-F01C-437B-C70C-711005B2C769}"/>
          </ac:graphicFrameMkLst>
        </pc:graphicFrameChg>
      </pc:sldChg>
      <pc:sldChg chg="addSp delSp modSp mod modClrScheme chgLayout">
        <pc:chgData name="Decker, Margaret Vivian" userId="S::redacted-review-user-2::a6ed1fb4-b05f-4e02-a21c-07a213e6bbad" providerId="AD" clId="Web-{9D00E7CF-C9BA-2E0E-B509-4AC96F3F1356}" dt="2026-10-13T15:04:34.247" v="211" actId="1076"/>
        <pc:sldMkLst>
          <pc:docMk/>
          <pc:sldMk cId="1595522448" sldId="258"/>
        </pc:sldMkLst>
        <pc:spChg chg="add del">
          <ac:chgData name="Decker, Margaret Vivian" userId="S::redacted-review-user-2::a6ed1fb4-b05f-4e02-a21c-07a213e6bbad" providerId="AD" clId="Web-{9D00E7CF-C9BA-2E0E-B509-4AC96F3F1356}" dt="2026-10-13T14:53:13.043" v="161"/>
          <ac:spMkLst>
            <pc:docMk/>
            <pc:sldMk cId="1595522448" sldId="258"/>
            <ac:spMk id="2" creationId="{34CE002C-9A2A-2F30-2527-92DECE4F02C1}"/>
          </ac:spMkLst>
        </pc:spChg>
        <pc:spChg chg="mod ord">
          <ac:chgData name="Decker, Margaret Vivian" userId="S::redacted-review-user-2::a6ed1fb4-b05f-4e02-a21c-07a213e6bbad" providerId="AD" clId="Web-{9D00E7CF-C9BA-2E0E-B509-4AC96F3F1356}" dt="2026-10-13T14:56:52.241" v="164"/>
          <ac:spMkLst>
            <pc:docMk/>
            <pc:sldMk cId="1595522448" sldId="258"/>
            <ac:spMk id="3" creationId="{48077ADF-0598-F21A-3546-9CC1ED495DDC}"/>
          </ac:spMkLst>
        </pc:spChg>
        <pc:spChg chg="mod ord">
          <ac:chgData name="Decker, Margaret Vivian" userId="S::redacted-review-user-2::a6ed1fb4-b05f-4e02-a21c-07a213e6bbad" providerId="AD" clId="Web-{9D00E7CF-C9BA-2E0E-B509-4AC96F3F1356}" dt="2026-10-13T14:56:52.241" v="164"/>
          <ac:spMkLst>
            <pc:docMk/>
            <pc:sldMk cId="1595522448" sldId="258"/>
            <ac:spMk id="4" creationId="{7AEBC1C5-2947-A3B2-FF02-184BC0AB300C}"/>
          </ac:spMkLst>
        </pc:spChg>
        <pc:spChg chg="mod ord">
          <ac:chgData name="Decker, Margaret Vivian" userId="S::redacted-review-user-2::a6ed1fb4-b05f-4e02-a21c-07a213e6bbad" providerId="AD" clId="Web-{9D00E7CF-C9BA-2E0E-B509-4AC96F3F1356}" dt="2026-10-13T14:56:52.241" v="164"/>
          <ac:spMkLst>
            <pc:docMk/>
            <pc:sldMk cId="1595522448" sldId="258"/>
            <ac:spMk id="5" creationId="{9EFFF96B-2F8B-F154-3EA5-C844414D006B}"/>
          </ac:spMkLst>
        </pc:spChg>
        <pc:spChg chg="add del mod ord">
          <ac:chgData name="Decker, Margaret Vivian" userId="S::redacted-review-user-2::a6ed1fb4-b05f-4e02-a21c-07a213e6bbad" providerId="AD" clId="Web-{9D00E7CF-C9BA-2E0E-B509-4AC96F3F1356}" dt="2026-10-13T14:57:01.148" v="165"/>
          <ac:spMkLst>
            <pc:docMk/>
            <pc:sldMk cId="1595522448" sldId="258"/>
            <ac:spMk id="6" creationId="{AFB8A4AB-CB40-F415-A896-31F333987F95}"/>
          </ac:spMkLst>
        </pc:spChg>
        <pc:spChg chg="mod">
          <ac:chgData name="Decker, Margaret Vivian" userId="S::redacted-review-user-2::a6ed1fb4-b05f-4e02-a21c-07a213e6bbad" providerId="AD" clId="Web-{9D00E7CF-C9BA-2E0E-B509-4AC96F3F1356}" dt="2026-10-13T14:34:43.242" v="11" actId="20577"/>
          <ac:spMkLst>
            <pc:docMk/>
            <pc:sldMk cId="1595522448" sldId="258"/>
            <ac:spMk id="7" creationId="{10F36CEF-AE7B-604B-251B-928B7C97E8BA}"/>
          </ac:spMkLst>
        </pc:spChg>
        <pc:spChg chg="add mod ord">
          <ac:chgData name="Decker, Margaret Vivian" userId="S::redacted-review-user-2::a6ed1fb4-b05f-4e02-a21c-07a213e6bbad" providerId="AD" clId="Web-{9D00E7CF-C9BA-2E0E-B509-4AC96F3F1356}" dt="2026-10-13T14:59:40.343" v="178" actId="1076"/>
          <ac:spMkLst>
            <pc:docMk/>
            <pc:sldMk cId="1595522448" sldId="258"/>
            <ac:spMk id="8" creationId="{4FBDAF25-669C-6808-1A1C-F674C3621A1E}"/>
          </ac:spMkLst>
        </pc:spChg>
        <pc:spChg chg="add del mod ord">
          <ac:chgData name="Decker, Margaret Vivian" userId="S::redacted-review-user-2::a6ed1fb4-b05f-4e02-a21c-07a213e6bbad" providerId="AD" clId="Web-{9D00E7CF-C9BA-2E0E-B509-4AC96F3F1356}" dt="2026-10-13T15:02:59.508" v="199"/>
          <ac:spMkLst>
            <pc:docMk/>
            <pc:sldMk cId="1595522448" sldId="258"/>
            <ac:spMk id="9" creationId="{B52DE3F3-28CC-93F9-7A16-5B4A70C3BDBA}"/>
          </ac:spMkLst>
        </pc:spChg>
        <pc:spChg chg="add mod ord">
          <ac:chgData name="Decker, Margaret Vivian" userId="S::redacted-review-user-2::a6ed1fb4-b05f-4e02-a21c-07a213e6bbad" providerId="AD" clId="Web-{9D00E7CF-C9BA-2E0E-B509-4AC96F3F1356}" dt="2026-10-13T14:59:56.640" v="180" actId="1076"/>
          <ac:spMkLst>
            <pc:docMk/>
            <pc:sldMk cId="1595522448" sldId="258"/>
            <ac:spMk id="10" creationId="{CACB8F4A-36E2-4DD9-7851-1B0A87BF438A}"/>
          </ac:spMkLst>
        </pc:spChg>
        <pc:spChg chg="add mod ord">
          <ac:chgData name="Decker, Margaret Vivian" userId="S::redacted-review-user-2::a6ed1fb4-b05f-4e02-a21c-07a213e6bbad" providerId="AD" clId="Web-{9D00E7CF-C9BA-2E0E-B509-4AC96F3F1356}" dt="2026-10-13T15:04:34.247" v="211" actId="1076"/>
          <ac:spMkLst>
            <pc:docMk/>
            <pc:sldMk cId="1595522448" sldId="258"/>
            <ac:spMk id="11" creationId="{D1FCB85C-341D-4017-1B75-186983BF1412}"/>
          </ac:spMkLst>
        </pc:spChg>
        <pc:spChg chg="add del">
          <ac:chgData name="Decker, Margaret Vivian" userId="S::redacted-review-user-2::a6ed1fb4-b05f-4e02-a21c-07a213e6bbad" providerId="AD" clId="Web-{9D00E7CF-C9BA-2E0E-B509-4AC96F3F1356}" dt="2026-10-13T15:01:33.098" v="188"/>
          <ac:spMkLst>
            <pc:docMk/>
            <pc:sldMk cId="1595522448" sldId="258"/>
            <ac:spMk id="14" creationId="{36268A43-E61C-1B54-57AE-F1A77E419D8D}"/>
          </ac:spMkLst>
        </pc:spChg>
        <pc:picChg chg="add del mod ord">
          <ac:chgData name="Decker, Margaret Vivian" userId="S::redacted-review-user-2::a6ed1fb4-b05f-4e02-a21c-07a213e6bbad" providerId="AD" clId="Web-{9D00E7CF-C9BA-2E0E-B509-4AC96F3F1356}" dt="2026-10-13T15:00:38.158" v="182"/>
          <ac:picMkLst>
            <pc:docMk/>
            <pc:sldMk cId="1595522448" sldId="258"/>
            <ac:picMk id="12" creationId="{B09ECA45-E33D-C0F5-AA62-458175A50295}"/>
          </ac:picMkLst>
        </pc:picChg>
        <pc:picChg chg="add del mod ord">
          <ac:chgData name="Decker, Margaret Vivian" userId="S::redacted-review-user-2::a6ed1fb4-b05f-4e02-a21c-07a213e6bbad" providerId="AD" clId="Web-{9D00E7CF-C9BA-2E0E-B509-4AC96F3F1356}" dt="2026-10-13T15:01:00.159" v="184"/>
          <ac:picMkLst>
            <pc:docMk/>
            <pc:sldMk cId="1595522448" sldId="258"/>
            <ac:picMk id="13" creationId="{5F21FC39-BDAB-4293-2922-5EA60DACBA95}"/>
          </ac:picMkLst>
        </pc:picChg>
        <pc:picChg chg="add del mod ord">
          <ac:chgData name="Decker, Margaret Vivian" userId="S::redacted-review-user-2::a6ed1fb4-b05f-4e02-a21c-07a213e6bbad" providerId="AD" clId="Web-{9D00E7CF-C9BA-2E0E-B509-4AC96F3F1356}" dt="2026-10-13T15:01:30.613" v="187"/>
          <ac:picMkLst>
            <pc:docMk/>
            <pc:sldMk cId="1595522448" sldId="258"/>
            <ac:picMk id="15" creationId="{24F4F52B-665B-DEC6-E1F4-59077E5FFAB9}"/>
          </ac:picMkLst>
        </pc:picChg>
        <pc:picChg chg="add del mod ord">
          <ac:chgData name="Decker, Margaret Vivian" userId="S::redacted-review-user-2::a6ed1fb4-b05f-4e02-a21c-07a213e6bbad" providerId="AD" clId="Web-{9D00E7CF-C9BA-2E0E-B509-4AC96F3F1356}" dt="2026-10-13T15:01:51.021" v="190"/>
          <ac:picMkLst>
            <pc:docMk/>
            <pc:sldMk cId="1595522448" sldId="258"/>
            <ac:picMk id="16" creationId="{BDA7B27C-C2E8-1F08-B1D0-C0AE1F6E1169}"/>
          </ac:picMkLst>
        </pc:picChg>
        <pc:picChg chg="add del mod ord">
          <ac:chgData name="Decker, Margaret Vivian" userId="S::redacted-review-user-2::a6ed1fb4-b05f-4e02-a21c-07a213e6bbad" providerId="AD" clId="Web-{9D00E7CF-C9BA-2E0E-B509-4AC96F3F1356}" dt="2026-10-13T15:02:46.695" v="198"/>
          <ac:picMkLst>
            <pc:docMk/>
            <pc:sldMk cId="1595522448" sldId="258"/>
            <ac:picMk id="17" creationId="{FB9F90F6-7EAB-E1E1-9AF3-69627BB53886}"/>
          </ac:picMkLst>
        </pc:picChg>
        <pc:picChg chg="add mod ord">
          <ac:chgData name="Decker, Margaret Vivian" userId="S::redacted-review-user-2::a6ed1fb4-b05f-4e02-a21c-07a213e6bbad" providerId="AD" clId="Web-{9D00E7CF-C9BA-2E0E-B509-4AC96F3F1356}" dt="2026-10-13T15:03:52.870" v="208" actId="688"/>
          <ac:picMkLst>
            <pc:docMk/>
            <pc:sldMk cId="1595522448" sldId="258"/>
            <ac:picMk id="18" creationId="{79D9E607-841E-F37A-4A77-FF6396A1A691}"/>
          </ac:picMkLst>
        </pc:picChg>
      </pc:sldChg>
      <pc:sldChg chg="delSp modSp">
        <pc:chgData name="Decker, Margaret Vivian" userId="S::redacted-review-user-2::a6ed1fb4-b05f-4e02-a21c-07a213e6bbad" providerId="AD" clId="Web-{9D00E7CF-C9BA-2E0E-B509-4AC96F3F1356}" dt="2026-10-13T14:47:13.933" v="159" actId="1076"/>
        <pc:sldMkLst>
          <pc:docMk/>
          <pc:sldMk cId="3953214880" sldId="259"/>
        </pc:sldMkLst>
        <pc:spChg chg="mod">
          <ac:chgData name="Decker, Margaret Vivian" userId="S::redacted-review-user-2::a6ed1fb4-b05f-4e02-a21c-07a213e6bbad" providerId="AD" clId="Web-{9D00E7CF-C9BA-2E0E-B509-4AC96F3F1356}" dt="2026-10-13T14:47:04.230" v="155" actId="1076"/>
          <ac:spMkLst>
            <pc:docMk/>
            <pc:sldMk cId="3953214880" sldId="259"/>
            <ac:spMk id="7" creationId="{4275D073-4677-46F4-ECA8-914B7DD8AEE4}"/>
          </ac:spMkLst>
        </pc:spChg>
        <pc:spChg chg="del mod">
          <ac:chgData name="Decker, Margaret Vivian" userId="S::redacted-review-user-2::a6ed1fb4-b05f-4e02-a21c-07a213e6bbad" providerId="AD" clId="Web-{9D00E7CF-C9BA-2E0E-B509-4AC96F3F1356}" dt="2026-10-13T14:46:43.713" v="150"/>
          <ac:spMkLst>
            <pc:docMk/>
            <pc:sldMk cId="3953214880" sldId="259"/>
            <ac:spMk id="8" creationId="{68EE7E51-EB9F-19F7-AB58-BE5F65CD9EB9}"/>
          </ac:spMkLst>
        </pc:spChg>
        <pc:spChg chg="mod">
          <ac:chgData name="Decker, Margaret Vivian" userId="S::redacted-review-user-2::a6ed1fb4-b05f-4e02-a21c-07a213e6bbad" providerId="AD" clId="Web-{9D00E7CF-C9BA-2E0E-B509-4AC96F3F1356}" dt="2026-10-13T14:47:13.933" v="159" actId="1076"/>
          <ac:spMkLst>
            <pc:docMk/>
            <pc:sldMk cId="3953214880" sldId="259"/>
            <ac:spMk id="9" creationId="{93F7B853-5A6C-535C-0AAA-F1AAF36EE9D6}"/>
          </ac:spMkLst>
        </pc:spChg>
      </pc:sldChg>
    </pc:docChg>
  </pc:docChgLst>
  <pc:docChgLst>
    <pc:chgData name="Ali, Faahil Rashhan" userId="S::redacted-review-user-5::230eee1e-3340-4a97-b8ba-a7c2ec33989b" providerId="AD" clId="Web-{8414A3FC-49A6-462E-91A8-F901ECCB3FCC}"/>
    <pc:docChg chg="modSld">
      <pc:chgData name="Ali, Faahil Rashhan" userId="S::redacted-review-user-5::230eee1e-3340-4a97-b8ba-a7c2ec33989b" providerId="AD" clId="Web-{8414A3FC-49A6-462E-91A8-F901ECCB3FCC}" dt="2026-10-13T20:05:57.653" v="13" actId="20577"/>
      <pc:docMkLst>
        <pc:docMk/>
      </pc:docMkLst>
      <pc:sldChg chg="modSp">
        <pc:chgData name="Ali, Faahil Rashhan" userId="S::redacted-review-user-5::230eee1e-3340-4a97-b8ba-a7c2ec33989b" providerId="AD" clId="Web-{8414A3FC-49A6-462E-91A8-F901ECCB3FCC}" dt="2026-10-13T20:05:57.653" v="13" actId="20577"/>
        <pc:sldMkLst>
          <pc:docMk/>
          <pc:sldMk cId="2086599792" sldId="260"/>
        </pc:sldMkLst>
        <pc:spChg chg="mod">
          <ac:chgData name="Ali, Faahil Rashhan" userId="S::redacted-review-user-5::230eee1e-3340-4a97-b8ba-a7c2ec33989b" providerId="AD" clId="Web-{8414A3FC-49A6-462E-91A8-F901ECCB3FCC}" dt="2026-10-13T20:05:57.653" v="13" actId="20577"/>
          <ac:spMkLst>
            <pc:docMk/>
            <pc:sldMk cId="2086599792" sldId="260"/>
            <ac:spMk id="3" creationId="{9B4EB9F4-8852-640D-E04F-FFE221DF3311}"/>
          </ac:spMkLst>
        </pc:spChg>
      </pc:sldChg>
      <pc:sldChg chg="addSp modSp">
        <pc:chgData name="Ali, Faahil Rashhan" userId="S::redacted-review-user-5::230eee1e-3340-4a97-b8ba-a7c2ec33989b" providerId="AD" clId="Web-{8414A3FC-49A6-462E-91A8-F901ECCB3FCC}" dt="2026-10-13T19:58:24.356" v="5" actId="1076"/>
        <pc:sldMkLst>
          <pc:docMk/>
          <pc:sldMk cId="3571294775" sldId="264"/>
        </pc:sldMkLst>
        <pc:picChg chg="mod">
          <ac:chgData name="Ali, Faahil Rashhan" userId="S::redacted-review-user-5::230eee1e-3340-4a97-b8ba-a7c2ec33989b" providerId="AD" clId="Web-{8414A3FC-49A6-462E-91A8-F901ECCB3FCC}" dt="2026-10-13T19:58:19.965" v="3" actId="1076"/>
          <ac:picMkLst>
            <pc:docMk/>
            <pc:sldMk cId="3571294775" sldId="264"/>
            <ac:picMk id="2" creationId="{0FD5B75A-4F63-C829-5E90-10457E99BF7B}"/>
          </ac:picMkLst>
        </pc:picChg>
        <pc:picChg chg="add mod">
          <ac:chgData name="Ali, Faahil Rashhan" userId="S::redacted-review-user-5::230eee1e-3340-4a97-b8ba-a7c2ec33989b" providerId="AD" clId="Web-{8414A3FC-49A6-462E-91A8-F901ECCB3FCC}" dt="2026-10-13T19:58:24.356" v="5" actId="1076"/>
          <ac:picMkLst>
            <pc:docMk/>
            <pc:sldMk cId="3571294775" sldId="264"/>
            <ac:picMk id="6" creationId="{2230BF97-6D1D-38C5-EC74-3116CCBF3C65}"/>
          </ac:picMkLst>
        </pc:picChg>
      </pc:sldChg>
      <pc:sldChg chg="modSp">
        <pc:chgData name="Ali, Faahil Rashhan" userId="S::redacted-review-user-5::230eee1e-3340-4a97-b8ba-a7c2ec33989b" providerId="AD" clId="Web-{8414A3FC-49A6-462E-91A8-F901ECCB3FCC}" dt="2026-10-13T20:05:46.716" v="11" actId="20577"/>
        <pc:sldMkLst>
          <pc:docMk/>
          <pc:sldMk cId="3308746544" sldId="267"/>
        </pc:sldMkLst>
        <pc:spChg chg="mod">
          <ac:chgData name="Ali, Faahil Rashhan" userId="S::redacted-review-user-5::230eee1e-3340-4a97-b8ba-a7c2ec33989b" providerId="AD" clId="Web-{8414A3FC-49A6-462E-91A8-F901ECCB3FCC}" dt="2026-10-13T20:05:46.716" v="11" actId="20577"/>
          <ac:spMkLst>
            <pc:docMk/>
            <pc:sldMk cId="3308746544" sldId="267"/>
            <ac:spMk id="3" creationId="{988C4054-6070-DA5D-CBA8-ABCD6B96E7FB}"/>
          </ac:spMkLst>
        </pc:spChg>
      </pc:sldChg>
    </pc:docChg>
  </pc:docChgLst>
  <pc:docChgLst>
    <pc:chgData name="Decker, Margaret Vivian" userId="S::redacted-review-user-2::a6ed1fb4-b05f-4e02-a21c-07a213e6bbad" providerId="AD" clId="Web-{E94A5533-A351-F424-0345-AF579EF1A5A8}"/>
    <pc:docChg chg="modSld">
      <pc:chgData name="Decker, Margaret Vivian" userId="S::redacted-review-user-2::a6ed1fb4-b05f-4e02-a21c-07a213e6bbad" providerId="AD" clId="Web-{E94A5533-A351-F424-0345-AF579EF1A5A8}" dt="2026-10-13T20:06:02.080" v="38" actId="20577"/>
      <pc:docMkLst>
        <pc:docMk/>
      </pc:docMkLst>
      <pc:sldChg chg="modSp">
        <pc:chgData name="Decker, Margaret Vivian" userId="S::redacted-review-user-2::a6ed1fb4-b05f-4e02-a21c-07a213e6bbad" providerId="AD" clId="Web-{E94A5533-A351-F424-0345-AF579EF1A5A8}" dt="2026-10-13T20:02:51.594" v="5" actId="20577"/>
        <pc:sldMkLst>
          <pc:docMk/>
          <pc:sldMk cId="1595522448" sldId="258"/>
        </pc:sldMkLst>
        <pc:spChg chg="mod">
          <ac:chgData name="Decker, Margaret Vivian" userId="S::redacted-review-user-2::a6ed1fb4-b05f-4e02-a21c-07a213e6bbad" providerId="AD" clId="Web-{E94A5533-A351-F424-0345-AF579EF1A5A8}" dt="2026-10-13T20:02:51.594" v="5" actId="20577"/>
          <ac:spMkLst>
            <pc:docMk/>
            <pc:sldMk cId="1595522448" sldId="258"/>
            <ac:spMk id="3" creationId="{48077ADF-0598-F21A-3546-9CC1ED495DDC}"/>
          </ac:spMkLst>
        </pc:spChg>
      </pc:sldChg>
      <pc:sldChg chg="modSp">
        <pc:chgData name="Decker, Margaret Vivian" userId="S::redacted-review-user-2::a6ed1fb4-b05f-4e02-a21c-07a213e6bbad" providerId="AD" clId="Web-{E94A5533-A351-F424-0345-AF579EF1A5A8}" dt="2026-10-13T20:05:37.173" v="25" actId="20577"/>
        <pc:sldMkLst>
          <pc:docMk/>
          <pc:sldMk cId="685394018" sldId="261"/>
        </pc:sldMkLst>
        <pc:spChg chg="mod">
          <ac:chgData name="Decker, Margaret Vivian" userId="S::redacted-review-user-2::a6ed1fb4-b05f-4e02-a21c-07a213e6bbad" providerId="AD" clId="Web-{E94A5533-A351-F424-0345-AF579EF1A5A8}" dt="2026-10-13T20:05:37.173" v="25" actId="20577"/>
          <ac:spMkLst>
            <pc:docMk/>
            <pc:sldMk cId="685394018" sldId="261"/>
            <ac:spMk id="3" creationId="{B3702868-AFC3-036D-18FC-AAFB382372AE}"/>
          </ac:spMkLst>
        </pc:spChg>
      </pc:sldChg>
      <pc:sldChg chg="modSp">
        <pc:chgData name="Decker, Margaret Vivian" userId="S::redacted-review-user-2::a6ed1fb4-b05f-4e02-a21c-07a213e6bbad" providerId="AD" clId="Web-{E94A5533-A351-F424-0345-AF579EF1A5A8}" dt="2026-10-13T20:05:56.720" v="34" actId="20577"/>
        <pc:sldMkLst>
          <pc:docMk/>
          <pc:sldMk cId="4148685984" sldId="262"/>
        </pc:sldMkLst>
        <pc:spChg chg="mod">
          <ac:chgData name="Decker, Margaret Vivian" userId="S::redacted-review-user-2::a6ed1fb4-b05f-4e02-a21c-07a213e6bbad" providerId="AD" clId="Web-{E94A5533-A351-F424-0345-AF579EF1A5A8}" dt="2026-10-13T20:05:56.720" v="34" actId="20577"/>
          <ac:spMkLst>
            <pc:docMk/>
            <pc:sldMk cId="4148685984" sldId="262"/>
            <ac:spMk id="3" creationId="{C70BC07B-7073-6A7C-EC13-21142BBF8B7E}"/>
          </ac:spMkLst>
        </pc:spChg>
      </pc:sldChg>
      <pc:sldChg chg="modSp">
        <pc:chgData name="Decker, Margaret Vivian" userId="S::redacted-review-user-2::a6ed1fb4-b05f-4e02-a21c-07a213e6bbad" providerId="AD" clId="Web-{E94A5533-A351-F424-0345-AF579EF1A5A8}" dt="2026-10-13T20:06:02.080" v="38" actId="20577"/>
        <pc:sldMkLst>
          <pc:docMk/>
          <pc:sldMk cId="3622240797" sldId="263"/>
        </pc:sldMkLst>
        <pc:spChg chg="mod">
          <ac:chgData name="Decker, Margaret Vivian" userId="S::redacted-review-user-2::a6ed1fb4-b05f-4e02-a21c-07a213e6bbad" providerId="AD" clId="Web-{E94A5533-A351-F424-0345-AF579EF1A5A8}" dt="2026-10-13T20:06:02.080" v="38" actId="20577"/>
          <ac:spMkLst>
            <pc:docMk/>
            <pc:sldMk cId="3622240797" sldId="263"/>
            <ac:spMk id="3" creationId="{3980C254-C37B-3DC7-02DB-2576A99389EA}"/>
          </ac:spMkLst>
        </pc:spChg>
      </pc:sldChg>
      <pc:sldChg chg="modSp">
        <pc:chgData name="Decker, Margaret Vivian" userId="S::redacted-review-user-2::a6ed1fb4-b05f-4e02-a21c-07a213e6bbad" providerId="AD" clId="Web-{E94A5533-A351-F424-0345-AF579EF1A5A8}" dt="2026-10-13T20:05:42.627" v="31" actId="20577"/>
        <pc:sldMkLst>
          <pc:docMk/>
          <pc:sldMk cId="3571294775" sldId="264"/>
        </pc:sldMkLst>
        <pc:spChg chg="mod">
          <ac:chgData name="Decker, Margaret Vivian" userId="S::redacted-review-user-2::a6ed1fb4-b05f-4e02-a21c-07a213e6bbad" providerId="AD" clId="Web-{E94A5533-A351-F424-0345-AF579EF1A5A8}" dt="2026-10-13T20:05:42.627" v="31" actId="20577"/>
          <ac:spMkLst>
            <pc:docMk/>
            <pc:sldMk cId="3571294775" sldId="264"/>
            <ac:spMk id="3" creationId="{D7CC9291-8586-59B6-E8D3-398330755348}"/>
          </ac:spMkLst>
        </pc:spChg>
      </pc:sldChg>
      <pc:sldChg chg="modSp">
        <pc:chgData name="Decker, Margaret Vivian" userId="S::redacted-review-user-2::a6ed1fb4-b05f-4e02-a21c-07a213e6bbad" providerId="AD" clId="Web-{E94A5533-A351-F424-0345-AF579EF1A5A8}" dt="2026-10-13T20:05:19.564" v="21" actId="20577"/>
        <pc:sldMkLst>
          <pc:docMk/>
          <pc:sldMk cId="1057648485" sldId="265"/>
        </pc:sldMkLst>
        <pc:spChg chg="mod">
          <ac:chgData name="Decker, Margaret Vivian" userId="S::redacted-review-user-2::a6ed1fb4-b05f-4e02-a21c-07a213e6bbad" providerId="AD" clId="Web-{E94A5533-A351-F424-0345-AF579EF1A5A8}" dt="2026-10-13T20:05:19.564" v="21" actId="20577"/>
          <ac:spMkLst>
            <pc:docMk/>
            <pc:sldMk cId="1057648485" sldId="265"/>
            <ac:spMk id="3" creationId="{B85F2DAF-79D2-0C0C-1FF0-6B711B6B6DFA}"/>
          </ac:spMkLst>
        </pc:spChg>
      </pc:sldChg>
      <pc:sldChg chg="modSp">
        <pc:chgData name="Decker, Margaret Vivian" userId="S::redacted-review-user-2::a6ed1fb4-b05f-4e02-a21c-07a213e6bbad" providerId="AD" clId="Web-{E94A5533-A351-F424-0345-AF579EF1A5A8}" dt="2026-10-13T20:04:49.642" v="19" actId="20577"/>
        <pc:sldMkLst>
          <pc:docMk/>
          <pc:sldMk cId="805048488" sldId="266"/>
        </pc:sldMkLst>
        <pc:spChg chg="mod">
          <ac:chgData name="Decker, Margaret Vivian" userId="S::redacted-review-user-2::a6ed1fb4-b05f-4e02-a21c-07a213e6bbad" providerId="AD" clId="Web-{E94A5533-A351-F424-0345-AF579EF1A5A8}" dt="2026-10-13T20:04:49.642" v="19" actId="20577"/>
          <ac:spMkLst>
            <pc:docMk/>
            <pc:sldMk cId="805048488" sldId="266"/>
            <ac:spMk id="3" creationId="{9CE9C444-9138-9BD9-8908-C0A690CBBF06}"/>
          </ac:spMkLst>
        </pc:spChg>
      </pc:sldChg>
    </pc:docChg>
  </pc:docChgLst>
  <pc:docChgLst>
    <pc:chgData name="Decker, Margaret Vivian" userId="S::redacted-review-user-2::a6ed1fb4-b05f-4e02-a21c-07a213e6bbad" providerId="AD" clId="Web-{E11BD9C5-4B80-9C6F-2FD8-6B51654F260C}"/>
    <pc:docChg chg="modSld">
      <pc:chgData name="Decker, Margaret Vivian" userId="S::redacted-review-user-2::a6ed1fb4-b05f-4e02-a21c-07a213e6bbad" providerId="AD" clId="Web-{E11BD9C5-4B80-9C6F-2FD8-6B51654F260C}" dt="2026-10-13T15:17:23.527" v="29" actId="1076"/>
      <pc:docMkLst>
        <pc:docMk/>
      </pc:docMkLst>
      <pc:sldChg chg="addSp modSp">
        <pc:chgData name="Decker, Margaret Vivian" userId="S::redacted-review-user-2::a6ed1fb4-b05f-4e02-a21c-07a213e6bbad" providerId="AD" clId="Web-{E11BD9C5-4B80-9C6F-2FD8-6B51654F260C}" dt="2026-10-13T15:17:23.527" v="29" actId="1076"/>
        <pc:sldMkLst>
          <pc:docMk/>
          <pc:sldMk cId="1595522448" sldId="258"/>
        </pc:sldMkLst>
        <pc:spChg chg="add mod">
          <ac:chgData name="Decker, Margaret Vivian" userId="S::redacted-review-user-2::a6ed1fb4-b05f-4e02-a21c-07a213e6bbad" providerId="AD" clId="Web-{E11BD9C5-4B80-9C6F-2FD8-6B51654F260C}" dt="2026-10-13T15:05:41.301" v="27" actId="20577"/>
          <ac:spMkLst>
            <pc:docMk/>
            <pc:sldMk cId="1595522448" sldId="258"/>
            <ac:spMk id="6" creationId="{E0EF4CAB-265B-D66F-2B4B-EF9D10DA1BE9}"/>
          </ac:spMkLst>
        </pc:spChg>
        <pc:spChg chg="mod">
          <ac:chgData name="Decker, Margaret Vivian" userId="S::redacted-review-user-2::a6ed1fb4-b05f-4e02-a21c-07a213e6bbad" providerId="AD" clId="Web-{E11BD9C5-4B80-9C6F-2FD8-6B51654F260C}" dt="2026-10-13T15:05:34.051" v="12" actId="20577"/>
          <ac:spMkLst>
            <pc:docMk/>
            <pc:sldMk cId="1595522448" sldId="258"/>
            <ac:spMk id="11" creationId="{D1FCB85C-341D-4017-1B75-186983BF1412}"/>
          </ac:spMkLst>
        </pc:spChg>
        <pc:picChg chg="mod">
          <ac:chgData name="Decker, Margaret Vivian" userId="S::redacted-review-user-2::a6ed1fb4-b05f-4e02-a21c-07a213e6bbad" providerId="AD" clId="Web-{E11BD9C5-4B80-9C6F-2FD8-6B51654F260C}" dt="2026-10-13T15:17:23.527" v="29" actId="1076"/>
          <ac:picMkLst>
            <pc:docMk/>
            <pc:sldMk cId="1595522448" sldId="258"/>
            <ac:picMk id="18" creationId="{79D9E607-841E-F37A-4A77-FF6396A1A691}"/>
          </ac:picMkLst>
        </pc:picChg>
      </pc:sldChg>
    </pc:docChg>
  </pc:docChgLst>
</pc:chgInfo>
</file>

<file path=ppt/comments/modernComment_100_68C49C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471B863-AD87-433F-8CC5-D476C37B5CEE}" authorId="{A22A3E9A-F718-1733-8C04-16E8F909E3D6}" created="2026-10-13T14:53:57.07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09857222" sldId="256"/>
      <ac:spMk id="2" creationId="{00000000-0000-0000-0000-000000000000}"/>
      <ac:txMk cp="0" len="5">
        <ac:context len="51" hash="2833474154"/>
      </ac:txMk>
    </ac:txMkLst>
    <p188:pos x="2660542" y="90406"/>
    <p188:txBody>
      <a:bodyPr/>
      <a:lstStyle/>
      <a:p>
        <a:r>
          <a:rPr lang="en-US"/>
          <a:t>need to add header to each slide and footer with name of speaker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F695BADC-4FD4-44DC-8CD5-A8F9C57A8D9D}" type="datetimeFigureOut">
              <a:rPr lang="en-US" dirty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6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E410-BE9E-427B-BCB5-604E33C4348E}" type="datetimeFigureOut">
              <a:rPr lang="en-US" dirty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790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D666FC17-48E9-4EB3-BB0E-C81F4FBF1D65}" type="datetimeFigureOut">
              <a:rPr lang="en-US" dirty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/>
              <a:t>
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63955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DFE1FB2C-1600-49CF-ABE3-F2743AC651C3}" type="datetimeFigureOut">
              <a:rPr lang="en-US" dirty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470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205D05A-BA39-4B06-B20A-BF32BF994A68}" type="datetimeFigureOut">
              <a:rPr lang="en-US" dirty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503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6C2206C6-C6B2-4E06-A7AA-7F308C2F851D}" type="datetimeFigureOut">
              <a:rPr lang="en-US" dirty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593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D1188C7A-78DB-4967-8643-716598F25D97}" type="datetimeFigureOut">
              <a:rPr lang="en-US" dirty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7236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94BC2-7D23-4352-8AF3-6A490B666FB8}" type="datetimeFigureOut">
              <a:rPr lang="en-US" dirty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321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4758A600-6D87-4303-8A2F-171F72E22375}" type="datetimeFigureOut">
              <a:rPr lang="en-US" dirty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89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FBFC4637-11C9-448C-8D4C-0CD0AE46C949}" type="datetimeFigureOut">
              <a:rPr lang="en-US" dirty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296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3CBC-A2D6-42D3-976A-174CF7E26BA0}" type="datetimeFigureOut">
              <a:rPr lang="en-US" dirty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294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917E8D86-1037-438D-973A-F8D03A01BF16}" type="datetimeFigureOut">
              <a:rPr lang="en-US" dirty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28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B0ECE3E5-DEB1-48A2-A1A9-7ABBE9A784F7}" type="datetimeFigureOut">
              <a:rPr lang="en-US" dirty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803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2B950759-980B-4783-B58D-96B69BC77CA8}" type="datetimeFigureOut">
              <a:rPr lang="en-US" dirty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3380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75D8CBF3-D33E-488B-BE09-B302C3504935}" type="datetimeFigureOut">
              <a:rPr lang="en-US" dirty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8179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49885C97-4180-47D6-BA3E-83C74E1B1903}" type="datetimeFigureOut">
              <a:rPr lang="en-US" dirty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0918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720E7-9D70-4C91-9C55-B922EC8FF4E1}" type="datetimeFigureOut">
              <a:rPr lang="en-US" dirty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44981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A25B1B0E-4CBA-421A-9FF9-BD907EE313C7}" type="datetimeFigureOut">
              <a:rPr lang="en-US" dirty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411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E07D1D-D1D5-479B-A8E5-C908666570C8}" type="datetimeFigureOut">
              <a:rPr lang="en-US" dirty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45609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0907655-BDED-4A88-9727-947E02456645}" type="datetimeFigureOut">
              <a:rPr lang="en-US" dirty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6886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D348C769-7AB4-4647-BD58-CC3E9CA66889}" type="datetimeFigureOut">
              <a:rPr lang="en-US" dirty="0"/>
              <a:t>10/13/2026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6864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EDEC-0890-4E6D-9DE0-ECAF543851A7}" type="datetimeFigureOut">
              <a:rPr lang="en-US" dirty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4923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8318-BA47-4AD0-805B-25EB53D81BBB}" type="datetimeFigureOut">
              <a:rPr lang="en-US" dirty="0"/>
              <a:t>10/13/2026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9714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3F20-2AB6-4A04-8E99-A7FB006776B6}" type="datetimeFigureOut">
              <a:rPr lang="en-US" dirty="0"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1364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A2087-1351-4A66-BC4B-B8C73F209E6A}" type="datetimeFigureOut">
              <a:rPr lang="en-US" dirty="0"/>
              <a:t>10/13/2026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6574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A8EB468F-DE53-43FF-8B87-9F03EBF19C21}" type="datetimeFigureOut">
              <a:rPr lang="en-US" dirty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5854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77D9A748-B116-46F1-81D5-0BE225FE4EB1}" type="datetimeFigureOut">
              <a:rPr lang="en-US" dirty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0795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0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82B9AEC8-204B-4AD5-8041-BCAF36A74EBE}" type="datetimeFigureOut">
              <a:rPr lang="en-US" dirty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644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</p:sldLayoutIdLst>
  <p:hf hdr="0"/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_68C49C6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" y="338328"/>
            <a:ext cx="9492113" cy="4468956"/>
          </a:xfrm>
        </p:spPr>
        <p:txBody>
          <a:bodyPr>
            <a:normAutofit fontScale="90000"/>
          </a:bodyPr>
          <a:lstStyle/>
          <a:p>
            <a:r>
              <a:rPr lang="en-US" cap="all"/>
              <a:t>Team 1: Progress</a:t>
            </a:r>
            <a:br>
              <a:rPr lang="en-US" cap="all"/>
            </a:br>
            <a:r>
              <a:rPr lang="en-US" cap="all"/>
              <a:t>Presentation</a:t>
            </a:r>
            <a:r>
              <a:rPr lang="en-US"/>
              <a:t> - </a:t>
            </a:r>
            <a:br>
              <a:rPr lang="en-US"/>
            </a:br>
            <a:r>
              <a:rPr lang="en-US"/>
              <a:t>Design &amp; Planning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370F0414-C419-24E9-D588-ED0EBF5B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9EC7C09E-0888-D95B-F74B-AD5A3A6042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82686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C421AC6-4008-45D2-9CE6-CD54C817A175}" type="datetime1">
              <a:rPr lang="en-US" smtClean="0"/>
              <a:pPr>
                <a:spcAft>
                  <a:spcPts val="600"/>
                </a:spcAft>
              </a:pPr>
              <a:t>10/13/2026</a:t>
            </a:fld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7FEEAE3-D6EB-D1A6-39A9-F18AA2516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3434" y="6029868"/>
            <a:ext cx="42937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F434D6B-AA32-09B3-821B-A7FCA86264BB}"/>
              </a:ext>
            </a:extLst>
          </p:cNvPr>
          <p:cNvSpPr>
            <a:spLocks noGrp="1"/>
          </p:cNvSpPr>
          <p:nvPr/>
        </p:nvSpPr>
        <p:spPr>
          <a:xfrm>
            <a:off x="5131628" y="4804503"/>
            <a:ext cx="6527342" cy="1030528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kern="1200" cap="all" spc="100" baseline="0" dirty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000"/>
              <a:t>By: Jonathan Alavez Reyes, Faahil Ali, Liya Aji, Margaret Decker, Sabrina Abdukadirova 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ACECBE41-DDCB-6526-B071-67045C691D8C}"/>
              </a:ext>
            </a:extLst>
          </p:cNvPr>
          <p:cNvSpPr>
            <a:spLocks noGrp="1"/>
          </p:cNvSpPr>
          <p:nvPr/>
        </p:nvSpPr>
        <p:spPr>
          <a:xfrm>
            <a:off x="5131628" y="4804503"/>
            <a:ext cx="6527342" cy="1030528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kern="1200" cap="all" spc="100" baseline="0" dirty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000"/>
              <a:t>By: Jonathan Alavez Reyes, Faahil Ali, Liya Aji, Margaret Decker, Sabrina Abdukadirova 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625D97-5ECF-8AAD-DE78-E9C6CF8BB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1BEFB-CD96-F29F-8A1C-6B20F08AE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592FA-2E0C-4563-88A7-C910FEEB3516}" type="datetime1"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2F6214-4F8B-39EE-A58E-CC0278A51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2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5A79990-CC62-4505-C144-F3621FBBF3A2}"/>
              </a:ext>
            </a:extLst>
          </p:cNvPr>
          <p:cNvSpPr>
            <a:spLocks noGrp="1"/>
          </p:cNvSpPr>
          <p:nvPr/>
        </p:nvSpPr>
        <p:spPr>
          <a:xfrm>
            <a:off x="733327" y="152096"/>
            <a:ext cx="4076349" cy="834275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rm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accent1"/>
                </a:solidFill>
              </a:rPr>
              <a:t>Table Of Contents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B15F100-F01C-437B-C70C-711005B2C7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384519"/>
              </p:ext>
            </p:extLst>
          </p:nvPr>
        </p:nvGraphicFramePr>
        <p:xfrm>
          <a:off x="1114926" y="982103"/>
          <a:ext cx="9306407" cy="5238265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2028825">
                  <a:extLst>
                    <a:ext uri="{9D8B030D-6E8A-4147-A177-3AD203B41FA5}">
                      <a16:colId xmlns:a16="http://schemas.microsoft.com/office/drawing/2014/main" val="2271311343"/>
                    </a:ext>
                  </a:extLst>
                </a:gridCol>
                <a:gridCol w="7277582">
                  <a:extLst>
                    <a:ext uri="{9D8B030D-6E8A-4147-A177-3AD203B41FA5}">
                      <a16:colId xmlns:a16="http://schemas.microsoft.com/office/drawing/2014/main" val="3758857402"/>
                    </a:ext>
                  </a:extLst>
                </a:gridCol>
              </a:tblGrid>
              <a:tr h="523393"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700" b="1" spc="0">
                          <a:solidFill>
                            <a:schemeClr val="tx1"/>
                          </a:solidFill>
                          <a:effectLst/>
                        </a:rPr>
                        <a:t>Slide Number </a:t>
                      </a:r>
                      <a:endParaRPr lang="en-US" b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4151" marR="80848" marT="110881" marB="110881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700" b="1" spc="0">
                          <a:solidFill>
                            <a:schemeClr val="tx1"/>
                          </a:solidFill>
                          <a:effectLst/>
                        </a:rPr>
                        <a:t>Section  </a:t>
                      </a:r>
                      <a:endParaRPr lang="en-US" b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4151" marR="80848" marT="110881" marB="110881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459309"/>
                  </a:ext>
                </a:extLst>
              </a:tr>
              <a:tr h="523874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700" kern="1200" spc="0">
                          <a:solidFill>
                            <a:srgbClr val="131313"/>
                          </a:solidFill>
                          <a:effectLst/>
                        </a:rPr>
                        <a:t>3</a:t>
                      </a:r>
                    </a:p>
                  </a:txBody>
                  <a:tcPr marL="144151" marR="80848" marT="110881" marB="110881"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700" kern="1200" spc="0">
                          <a:solidFill>
                            <a:srgbClr val="131313"/>
                          </a:solidFill>
                          <a:effectLst/>
                        </a:rPr>
                        <a:t>Redefining Project Scope</a:t>
                      </a:r>
                    </a:p>
                  </a:txBody>
                  <a:tcPr marL="144151" marR="80848" marT="110881" marB="110881"/>
                </a:tc>
                <a:extLst>
                  <a:ext uri="{0D108BD9-81ED-4DB2-BD59-A6C34878D82A}">
                    <a16:rowId xmlns:a16="http://schemas.microsoft.com/office/drawing/2014/main" val="33701026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700" spc="0">
                          <a:solidFill>
                            <a:srgbClr val="131313"/>
                          </a:solidFill>
                          <a:effectLst/>
                        </a:rPr>
                        <a:t>4</a:t>
                      </a:r>
                    </a:p>
                  </a:txBody>
                  <a:tcPr marL="144151" marR="80848" marT="110881" marB="110881"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700" spc="0">
                          <a:solidFill>
                            <a:srgbClr val="131313"/>
                          </a:solidFill>
                          <a:effectLst/>
                        </a:rPr>
                        <a:t>System Design Diagram</a:t>
                      </a:r>
                      <a:endParaRPr lang="en-US"/>
                    </a:p>
                  </a:txBody>
                  <a:tcPr marL="144151" marR="80848" marT="110881" marB="110881"/>
                </a:tc>
                <a:extLst>
                  <a:ext uri="{0D108BD9-81ED-4DB2-BD59-A6C34878D82A}">
                    <a16:rowId xmlns:a16="http://schemas.microsoft.com/office/drawing/2014/main" val="310102056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700" spc="0">
                          <a:solidFill>
                            <a:srgbClr val="131313"/>
                          </a:solidFill>
                          <a:effectLst/>
                        </a:rPr>
                        <a:t>5</a:t>
                      </a:r>
                    </a:p>
                  </a:txBody>
                  <a:tcPr marL="144151" marR="80848" marT="110881" marB="110881"/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700" spc="0">
                          <a:solidFill>
                            <a:srgbClr val="131313"/>
                          </a:solidFill>
                          <a:effectLst/>
                        </a:rPr>
                        <a:t>Hardware Design</a:t>
                      </a:r>
                      <a:endParaRPr lang="en-US">
                        <a:solidFill>
                          <a:srgbClr val="131313"/>
                        </a:solidFill>
                        <a:effectLst/>
                      </a:endParaRPr>
                    </a:p>
                  </a:txBody>
                  <a:tcPr marL="144151" marR="80848" marT="110881" marB="110881"/>
                </a:tc>
                <a:extLst>
                  <a:ext uri="{0D108BD9-81ED-4DB2-BD59-A6C34878D82A}">
                    <a16:rowId xmlns:a16="http://schemas.microsoft.com/office/drawing/2014/main" val="22195299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700" spc="0">
                          <a:solidFill>
                            <a:srgbClr val="131313"/>
                          </a:solidFill>
                          <a:effectLst/>
                        </a:rPr>
                        <a:t>6</a:t>
                      </a:r>
                    </a:p>
                  </a:txBody>
                  <a:tcPr marL="144151" marR="80848" marT="110881" marB="110881"/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700" spc="0">
                          <a:solidFill>
                            <a:srgbClr val="131313"/>
                          </a:solidFill>
                          <a:effectLst/>
                        </a:rPr>
                        <a:t>Software &amp; AI Design</a:t>
                      </a:r>
                      <a:endParaRPr lang="en-US">
                        <a:solidFill>
                          <a:srgbClr val="131313"/>
                        </a:solidFill>
                        <a:effectLst/>
                      </a:endParaRPr>
                    </a:p>
                  </a:txBody>
                  <a:tcPr marL="144151" marR="80848" marT="110881" marB="110881"/>
                </a:tc>
                <a:extLst>
                  <a:ext uri="{0D108BD9-81ED-4DB2-BD59-A6C34878D82A}">
                    <a16:rowId xmlns:a16="http://schemas.microsoft.com/office/drawing/2014/main" val="3276828518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700" spc="0">
                          <a:solidFill>
                            <a:srgbClr val="131313"/>
                          </a:solidFill>
                          <a:effectLst/>
                        </a:rPr>
                        <a:t>7</a:t>
                      </a:r>
                    </a:p>
                  </a:txBody>
                  <a:tcPr marL="144151" marR="80848" marT="110881" marB="110881"/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700" spc="0">
                          <a:solidFill>
                            <a:srgbClr val="131313"/>
                          </a:solidFill>
                          <a:effectLst/>
                        </a:rPr>
                        <a:t>Defect Requirements</a:t>
                      </a:r>
                    </a:p>
                  </a:txBody>
                  <a:tcPr marL="144151" marR="80848" marT="110881" marB="110881"/>
                </a:tc>
                <a:extLst>
                  <a:ext uri="{0D108BD9-81ED-4DB2-BD59-A6C34878D82A}">
                    <a16:rowId xmlns:a16="http://schemas.microsoft.com/office/drawing/2014/main" val="1940687078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700" spc="0">
                          <a:solidFill>
                            <a:srgbClr val="131313"/>
                          </a:solidFill>
                          <a:effectLst/>
                        </a:rPr>
                        <a:t>8</a:t>
                      </a:r>
                    </a:p>
                  </a:txBody>
                  <a:tcPr marL="144151" marR="80848" marT="110881" marB="110881"/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700" spc="0">
                          <a:solidFill>
                            <a:srgbClr val="131313"/>
                          </a:solidFill>
                          <a:effectLst/>
                        </a:rPr>
                        <a:t>Mechanical Design</a:t>
                      </a:r>
                    </a:p>
                  </a:txBody>
                  <a:tcPr marL="144151" marR="80848" marT="110881" marB="110881"/>
                </a:tc>
                <a:extLst>
                  <a:ext uri="{0D108BD9-81ED-4DB2-BD59-A6C34878D82A}">
                    <a16:rowId xmlns:a16="http://schemas.microsoft.com/office/drawing/2014/main" val="694144485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700" spc="0">
                          <a:solidFill>
                            <a:srgbClr val="131313"/>
                          </a:solidFill>
                          <a:effectLst/>
                        </a:rPr>
                        <a:t>9</a:t>
                      </a:r>
                    </a:p>
                  </a:txBody>
                  <a:tcPr marL="144151" marR="80848" marT="110881" marB="110881"/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700" spc="0">
                          <a:solidFill>
                            <a:srgbClr val="131313"/>
                          </a:solidFill>
                          <a:effectLst/>
                        </a:rPr>
                        <a:t>Timing &amp; Performance Design</a:t>
                      </a:r>
                    </a:p>
                  </a:txBody>
                  <a:tcPr marL="144151" marR="80848" marT="110881" marB="110881"/>
                </a:tc>
                <a:extLst>
                  <a:ext uri="{0D108BD9-81ED-4DB2-BD59-A6C34878D82A}">
                    <a16:rowId xmlns:a16="http://schemas.microsoft.com/office/drawing/2014/main" val="3562557278"/>
                  </a:ext>
                </a:extLst>
              </a:tr>
              <a:tr h="523874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700" spc="0">
                          <a:solidFill>
                            <a:srgbClr val="131313"/>
                          </a:solidFill>
                          <a:effectLst/>
                        </a:rPr>
                        <a:t>10</a:t>
                      </a:r>
                    </a:p>
                  </a:txBody>
                  <a:tcPr marL="144151" marR="80848" marT="110881" marB="110881"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700" spc="0">
                          <a:solidFill>
                            <a:srgbClr val="131313"/>
                          </a:solidFill>
                          <a:effectLst/>
                        </a:rPr>
                        <a:t>Bill of Materials</a:t>
                      </a:r>
                    </a:p>
                  </a:txBody>
                  <a:tcPr marL="144151" marR="80848" marT="110881" marB="110881"/>
                </a:tc>
                <a:extLst>
                  <a:ext uri="{0D108BD9-81ED-4DB2-BD59-A6C34878D82A}">
                    <a16:rowId xmlns:a16="http://schemas.microsoft.com/office/drawing/2014/main" val="2803142315"/>
                  </a:ext>
                </a:extLst>
              </a:tr>
              <a:tr h="523874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700" spc="0">
                          <a:solidFill>
                            <a:srgbClr val="131313"/>
                          </a:solidFill>
                          <a:effectLst/>
                        </a:rPr>
                        <a:t>11</a:t>
                      </a:r>
                    </a:p>
                  </a:txBody>
                  <a:tcPr marL="144151" marR="80848" marT="110881" marB="110881"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700" spc="0">
                          <a:solidFill>
                            <a:srgbClr val="131313"/>
                          </a:solidFill>
                          <a:effectLst/>
                        </a:rPr>
                        <a:t>Prototype &amp; Test Plan</a:t>
                      </a:r>
                    </a:p>
                  </a:txBody>
                  <a:tcPr marL="144151" marR="80848" marT="110881" marB="110881"/>
                </a:tc>
                <a:extLst>
                  <a:ext uri="{0D108BD9-81ED-4DB2-BD59-A6C34878D82A}">
                    <a16:rowId xmlns:a16="http://schemas.microsoft.com/office/drawing/2014/main" val="1401802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7910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F14F8-215F-E083-4F9B-0EF2A50D0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BDAF25-669C-6808-1A1C-F674C3621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505683"/>
            <a:ext cx="5157787" cy="670812"/>
          </a:xfrm>
        </p:spPr>
        <p:txBody>
          <a:bodyPr>
            <a:normAutofit/>
          </a:bodyPr>
          <a:lstStyle/>
          <a:p>
            <a:r>
              <a:rPr lang="en-US" sz="2000"/>
              <a:t>Initial scope</a:t>
            </a:r>
          </a:p>
        </p:txBody>
      </p:sp>
      <p:pic>
        <p:nvPicPr>
          <p:cNvPr id="18" name="Content Placeholder 17" descr="Magnifying glass with solid fill">
            <a:extLst>
              <a:ext uri="{FF2B5EF4-FFF2-40B4-BE49-F238E27FC236}">
                <a16:creationId xmlns:a16="http://schemas.microsoft.com/office/drawing/2014/main" id="{79D9E607-841E-F37A-4A77-FF6396A1A69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920000">
            <a:off x="6009699" y="28359"/>
            <a:ext cx="1377387" cy="1396678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ACB8F4A-36E2-4DD9-7851-1B0A87BF43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467102"/>
            <a:ext cx="5183188" cy="709393"/>
          </a:xfrm>
        </p:spPr>
        <p:txBody>
          <a:bodyPr>
            <a:normAutofit/>
          </a:bodyPr>
          <a:lstStyle/>
          <a:p>
            <a:r>
              <a:rPr lang="en-US" sz="2000"/>
              <a:t>New scope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1FCB85C-341D-4017-1B75-186983BF14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179234"/>
            <a:ext cx="5183188" cy="34952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Placehodler</a:t>
            </a:r>
            <a:r>
              <a:rPr lang="en-US"/>
              <a:t> text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077ADF-0598-F21A-3546-9CC1ED495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Margaret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BC1C5-2947-A3B2-FF02-184BC0AB3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592FA-2E0C-4563-88A7-C910FEEB3516}" type="datetime1"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FFF96B-2F8B-F154-3EA5-C844414D0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3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0F36CEF-AE7B-604B-251B-928B7C97E8BA}"/>
              </a:ext>
            </a:extLst>
          </p:cNvPr>
          <p:cNvSpPr>
            <a:spLocks noGrp="1"/>
          </p:cNvSpPr>
          <p:nvPr/>
        </p:nvSpPr>
        <p:spPr>
          <a:xfrm>
            <a:off x="602986" y="372675"/>
            <a:ext cx="11014558" cy="864353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rm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accent1"/>
                </a:solidFill>
              </a:rPr>
              <a:t>Redefining Project scope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6" name="Content Placeholder 10">
            <a:extLst>
              <a:ext uri="{FF2B5EF4-FFF2-40B4-BE49-F238E27FC236}">
                <a16:creationId xmlns:a16="http://schemas.microsoft.com/office/drawing/2014/main" id="{E0EF4CAB-265B-D66F-2B4B-EF9D10DA1BE9}"/>
              </a:ext>
            </a:extLst>
          </p:cNvPr>
          <p:cNvSpPr txBox="1">
            <a:spLocks/>
          </p:cNvSpPr>
          <p:nvPr/>
        </p:nvSpPr>
        <p:spPr>
          <a:xfrm>
            <a:off x="600559" y="2295668"/>
            <a:ext cx="5183188" cy="34952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Placeholder text</a:t>
            </a:r>
          </a:p>
        </p:txBody>
      </p:sp>
    </p:spTree>
    <p:extLst>
      <p:ext uri="{BB962C8B-B14F-4D97-AF65-F5344CB8AC3E}">
        <p14:creationId xmlns:p14="http://schemas.microsoft.com/office/powerpoint/2010/main" val="1595522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7BEC8-7793-F7CB-3278-519BA1A31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4EB9F4-8852-640D-E04F-FFE221DF3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Faahil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3A8DD-79E1-7CDB-7C3B-54A54060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592FA-2E0C-4563-88A7-C910FEEB3516}" type="datetime1"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EFBAF-3703-8CFD-5DF9-32DBED4C6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4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D30B2EE-B771-6E0F-1F29-103C519EEC4D}"/>
              </a:ext>
            </a:extLst>
          </p:cNvPr>
          <p:cNvSpPr>
            <a:spLocks noGrp="1"/>
          </p:cNvSpPr>
          <p:nvPr/>
        </p:nvSpPr>
        <p:spPr>
          <a:xfrm>
            <a:off x="602986" y="372675"/>
            <a:ext cx="11014558" cy="864353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rm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accent1"/>
                </a:solidFill>
              </a:rPr>
              <a:t>System Design Diagram</a:t>
            </a:r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6599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A3B01-A532-7F50-8B9E-2C090FE27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702868-AFC3-036D-18FC-AAFB38237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Jonathan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949B4-A1B5-C4DD-ED55-BF4F8780E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592FA-2E0C-4563-88A7-C910FEEB3516}" type="datetime1"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91D341-8863-EEBE-4DC8-E7DB2635A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5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AD83FC-CA81-FABE-D5EA-A7C26366C1FC}"/>
              </a:ext>
            </a:extLst>
          </p:cNvPr>
          <p:cNvSpPr>
            <a:spLocks noGrp="1"/>
          </p:cNvSpPr>
          <p:nvPr/>
        </p:nvSpPr>
        <p:spPr>
          <a:xfrm>
            <a:off x="602986" y="372675"/>
            <a:ext cx="11014558" cy="864353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rm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accent1"/>
                </a:solidFill>
              </a:rPr>
              <a:t>Hardware Diagram</a:t>
            </a:r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6" name="Picture 5" descr="A diagram of a computer&#10;&#10;AI-generated content may be incorrect.">
            <a:extLst>
              <a:ext uri="{FF2B5EF4-FFF2-40B4-BE49-F238E27FC236}">
                <a16:creationId xmlns:a16="http://schemas.microsoft.com/office/drawing/2014/main" id="{3B405CEF-B25A-9154-26A1-69B5E1C9E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398" y="683318"/>
            <a:ext cx="6711927" cy="54133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11CCE8-6434-3D9E-9F39-294B3949D28B}"/>
              </a:ext>
            </a:extLst>
          </p:cNvPr>
          <p:cNvSpPr txBox="1"/>
          <p:nvPr/>
        </p:nvSpPr>
        <p:spPr>
          <a:xfrm>
            <a:off x="204000" y="1668000"/>
            <a:ext cx="4968000" cy="39497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ELP camera captures the inspection image.</a:t>
            </a:r>
            <a:endParaRPr lang="en-US"/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Raspberry Pi runs Python/OpenCV and determines PASS/FAIL.</a:t>
            </a:r>
            <a:endParaRPr lang="en-US"/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Touchscreen HMI connects directly to the Raspberry Pi and displays inspection status, lane/SKU results, and reset/acknowledge controls.</a:t>
            </a:r>
            <a:endParaRPr lang="en-US"/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Raspberry Pi enables the stack light through an appropriate relay/interface.</a:t>
            </a:r>
            <a:endParaRPr lang="en-US"/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Stack light provides green PASS, red FAIL, and audible alarm.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Controlled lighting maintains consistent image conditions</a:t>
            </a:r>
            <a:endParaRPr lang="en-US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394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FDDA4-5080-4665-244F-7F51EB8DF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0BC07B-7073-6A7C-EC13-21142BBF8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Liya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3A18B-F10D-DEBB-CB58-54C91D12E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592FA-2E0C-4563-88A7-C910FEEB3516}" type="datetime1"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E9FF11-9A4D-C5C0-4212-0E89358AA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1D8F21C-5687-0C4A-4B1D-08F02CCAABE9}"/>
              </a:ext>
            </a:extLst>
          </p:cNvPr>
          <p:cNvSpPr>
            <a:spLocks noGrp="1"/>
          </p:cNvSpPr>
          <p:nvPr/>
        </p:nvSpPr>
        <p:spPr>
          <a:xfrm>
            <a:off x="602986" y="372675"/>
            <a:ext cx="11014558" cy="864353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rm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accent1"/>
                </a:solidFill>
              </a:rPr>
              <a:t>Software &amp; AI Design</a:t>
            </a:r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685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1B66D-20BC-9143-B6D3-6EA7319B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80C254-C37B-3DC7-02DB-2576A9938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Liya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AA782-2F73-816D-801D-34CDDED6F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592FA-2E0C-4563-88A7-C910FEEB3516}" type="datetime1"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29087E-E453-9D91-A22E-E9B64C53D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7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B667064-1068-CBDC-ED82-FA33A05297DA}"/>
              </a:ext>
            </a:extLst>
          </p:cNvPr>
          <p:cNvSpPr>
            <a:spLocks noGrp="1"/>
          </p:cNvSpPr>
          <p:nvPr/>
        </p:nvSpPr>
        <p:spPr>
          <a:xfrm>
            <a:off x="602986" y="372675"/>
            <a:ext cx="11014558" cy="864353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rm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accent1"/>
                </a:solidFill>
              </a:rPr>
              <a:t>Defect Requirements</a:t>
            </a:r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2240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E4882-36F4-6205-47C1-EB01EDEEA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CC9291-8586-59B6-E8D3-398330755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Jonathan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B7522-C1C8-DE7F-6C91-2DD4A22FA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592FA-2E0C-4563-88A7-C910FEEB3516}" type="datetime1"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C040DB-0B7C-3F80-9DB0-C80BA8CA0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8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2E9A012-5726-6F59-AB0D-AD0A47840EE0}"/>
              </a:ext>
            </a:extLst>
          </p:cNvPr>
          <p:cNvSpPr>
            <a:spLocks noGrp="1"/>
          </p:cNvSpPr>
          <p:nvPr/>
        </p:nvSpPr>
        <p:spPr>
          <a:xfrm>
            <a:off x="602986" y="372675"/>
            <a:ext cx="11014558" cy="864353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rm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accent1"/>
                </a:solidFill>
              </a:rPr>
              <a:t>Mechanical Design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30BF97-6D1D-38C5-EC74-3116CCBF3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52" y="1160763"/>
            <a:ext cx="6517359" cy="48721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E449C5-88F5-A513-C3E2-486751725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541" y="1444485"/>
            <a:ext cx="4643385" cy="41281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9D4718-329A-F362-668E-2547A69A18CF}"/>
              </a:ext>
            </a:extLst>
          </p:cNvPr>
          <p:cNvSpPr txBox="1"/>
          <p:nvPr/>
        </p:nvSpPr>
        <p:spPr>
          <a:xfrm>
            <a:off x="7260000" y="1104000"/>
            <a:ext cx="4440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/>
              <a:t>Camera Mounted on Top of Staging Platform</a:t>
            </a:r>
          </a:p>
        </p:txBody>
      </p:sp>
    </p:spTree>
    <p:extLst>
      <p:ext uri="{BB962C8B-B14F-4D97-AF65-F5344CB8AC3E}">
        <p14:creationId xmlns:p14="http://schemas.microsoft.com/office/powerpoint/2010/main" val="3571294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2901C-7867-9D32-9F89-4BD09BE7E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5F2DAF-79D2-0C0C-1FF0-6B711B6B6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br>
              <a:rPr lang="en-US" b="0">
                <a:solidFill>
                  <a:srgbClr val="000000"/>
                </a:solidFill>
              </a:rPr>
            </a:br>
            <a:r>
              <a:rPr lang="en-US"/>
              <a:t>Margaret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B1CA9-AB1E-287E-9EF7-A9CBBA970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592FA-2E0C-4563-88A7-C910FEEB3516}" type="datetime1"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085EB7-2638-F443-C9FB-6DB54B8E7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9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65AC80F-332B-1837-C2CE-1224D1F82D50}"/>
              </a:ext>
            </a:extLst>
          </p:cNvPr>
          <p:cNvSpPr>
            <a:spLocks noGrp="1"/>
          </p:cNvSpPr>
          <p:nvPr/>
        </p:nvSpPr>
        <p:spPr>
          <a:xfrm>
            <a:off x="602986" y="372675"/>
            <a:ext cx="11014558" cy="864353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rm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accent1"/>
                </a:solidFill>
              </a:rPr>
              <a:t>Timing &amp; Performance Design</a:t>
            </a:r>
          </a:p>
        </p:txBody>
      </p:sp>
    </p:spTree>
    <p:extLst>
      <p:ext uri="{BB962C8B-B14F-4D97-AF65-F5344CB8AC3E}">
        <p14:creationId xmlns:p14="http://schemas.microsoft.com/office/powerpoint/2010/main" val="1057648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B942C-A0EB-75BD-1C9E-5189787D5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E9C444-9138-9BD9-8908-C0A690CBB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Sabrina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B21A6-380B-DC09-A258-173343043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592FA-2E0C-4563-88A7-C910FEEB3516}" type="datetime1"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1F04B-B474-FE4C-D5ED-36BDA739C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10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2ECA89D-52C5-DBF9-513A-5E959FE3161D}"/>
              </a:ext>
            </a:extLst>
          </p:cNvPr>
          <p:cNvSpPr>
            <a:spLocks noGrp="1"/>
          </p:cNvSpPr>
          <p:nvPr/>
        </p:nvSpPr>
        <p:spPr>
          <a:xfrm>
            <a:off x="602986" y="372675"/>
            <a:ext cx="11014558" cy="864353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rm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accent1"/>
                </a:solidFill>
              </a:rPr>
              <a:t>Bill of Materials</a:t>
            </a:r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5048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BAAB4-7207-22D6-CAA3-741DD4861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8C4054-6070-DA5D-CBA8-ABCD6B96E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Faahil 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8F0DF-5E96-8242-C4A9-49A7FDEAD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592FA-2E0C-4563-88A7-C910FEEB3516}" type="datetime1"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D50DB3-C28D-5AD4-E8AF-9AA83D637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11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48BB6A8-974C-7B30-876D-A0EBD11877DD}"/>
              </a:ext>
            </a:extLst>
          </p:cNvPr>
          <p:cNvSpPr>
            <a:spLocks noGrp="1"/>
          </p:cNvSpPr>
          <p:nvPr/>
        </p:nvSpPr>
        <p:spPr>
          <a:xfrm>
            <a:off x="602986" y="372675"/>
            <a:ext cx="11014558" cy="864353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rm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accent1"/>
                </a:solidFill>
              </a:rPr>
              <a:t>Prototype &amp; test plan</a:t>
            </a:r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746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275D073-4677-46F4-ECA8-914B7DD8AEE4}"/>
              </a:ext>
            </a:extLst>
          </p:cNvPr>
          <p:cNvSpPr>
            <a:spLocks noGrp="1"/>
          </p:cNvSpPr>
          <p:nvPr/>
        </p:nvSpPr>
        <p:spPr>
          <a:xfrm>
            <a:off x="3686720" y="2587001"/>
            <a:ext cx="4825896" cy="11953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7200" kern="1200" cap="all" spc="-100" baseline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80000"/>
              </a:lnSpc>
              <a:spcBef>
                <a:spcPts val="500"/>
              </a:spcBef>
              <a:buFont typeface="Arial" panose="020B0604020202020204" pitchFamily="34" charset="0"/>
              <a:buNone/>
              <a:defRPr sz="72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80000"/>
              </a:lnSpc>
              <a:spcBef>
                <a:spcPts val="500"/>
              </a:spcBef>
              <a:buFont typeface="Arial" panose="020B0604020202020204" pitchFamily="34" charset="0"/>
              <a:buNone/>
              <a:defRPr sz="72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80000"/>
              </a:lnSpc>
              <a:spcBef>
                <a:spcPts val="500"/>
              </a:spcBef>
              <a:buFont typeface="Arial" panose="020B0604020202020204" pitchFamily="34" charset="0"/>
              <a:buNone/>
              <a:defRPr sz="66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80000"/>
              </a:lnSpc>
              <a:spcBef>
                <a:spcPts val="500"/>
              </a:spcBef>
              <a:buFont typeface="Arial" panose="020B0604020202020204" pitchFamily="34" charset="0"/>
              <a:buNone/>
              <a:defRPr sz="66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kern="1200" cap="all" spc="-100" baseline="0">
                <a:latin typeface="+mj-lt"/>
                <a:ea typeface="+mn-ea"/>
                <a:cs typeface="+mn-cs"/>
              </a:rPr>
              <a:t>Conclusion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BCCE5E-544F-343A-8BF1-E8B50ACA1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b="0" kern="1200" cap="all" spc="0" baseline="0"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BDB7F-3C12-CDAD-8E7D-328C69C915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ADE34B8-1FF6-432C-BBDB-ABCF90FF96A2}" type="datetime1">
              <a:pPr>
                <a:spcAft>
                  <a:spcPts val="600"/>
                </a:spcAft>
              </a:pPr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38AF44-0EDD-D388-05D1-818BC75F4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93F7B853-5A6C-535C-0AAA-F1AAF36EE9D6}"/>
              </a:ext>
            </a:extLst>
          </p:cNvPr>
          <p:cNvSpPr txBox="1"/>
          <p:nvPr/>
        </p:nvSpPr>
        <p:spPr>
          <a:xfrm>
            <a:off x="4599452" y="4104574"/>
            <a:ext cx="2990297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>
                <a:solidFill>
                  <a:schemeClr val="bg1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953214880"/>
      </p:ext>
    </p:extLst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Orange Experience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range Experien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3FBD020F-64D3-42BF-A2BA-FB7237EC65A2}" vid="{0A40F0BF-A9BE-440A-B017-9F6336E8514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Orange Experience</vt:lpstr>
      <vt:lpstr>Team 1: Progress Presentation -  Design &amp; Planning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2026-10-05T18:39:04Z</dcterms:created>
  <dcterms:modified xsi:type="dcterms:W3CDTF">2026-10-13T20:18:50Z</dcterms:modified>
</cp:coreProperties>
</file>