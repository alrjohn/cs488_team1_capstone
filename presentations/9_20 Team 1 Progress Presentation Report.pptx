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comments/modernComment_100_68C49C6.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256" r:id="rId2"/>
    <p:sldId id="265" r:id="rId3"/>
    <p:sldId id="257" r:id="rId4"/>
    <p:sldId id="258" r:id="rId5"/>
    <p:sldId id="259" r:id="rId6"/>
    <p:sldId id="260" r:id="rId7"/>
    <p:sldId id="261"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22A3E9A-F718-1733-8C04-16E8F909E3D6}" name="Decker, Margaret Vivian" initials="DM" userId="S::redacted-review-user-2::a6ed1fb4-b05f-4e02-a21c-07a213e6bba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EF8C4-888E-B887-B25A-3A9A3D034FD2}" v="28" dt="2026-09-22T19:51:22.3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i, Liya Sara" userId="S::redacted-review-user-1::e86f5d4b-b961-4ce0-a944-be6ba4348cea" providerId="AD" clId="Web-{05CC0592-77E8-CD61-0675-A68E905C6728}"/>
    <pc:docChg chg="modSld">
      <pc:chgData name="Aji, Liya Sara" userId="S::redacted-review-user-1::e86f5d4b-b961-4ce0-a944-be6ba4348cea" providerId="AD" clId="Web-{05CC0592-77E8-CD61-0675-A68E905C6728}" dt="2026-09-19T21:02:04.714" v="529" actId="14100"/>
      <pc:docMkLst>
        <pc:docMk/>
      </pc:docMkLst>
      <pc:sldChg chg="modSp">
        <pc:chgData name="Aji, Liya Sara" userId="S::redacted-review-user-1::e86f5d4b-b961-4ce0-a944-be6ba4348cea" providerId="AD" clId="Web-{05CC0592-77E8-CD61-0675-A68E905C6728}" dt="2026-09-19T20:54:13.222" v="201" actId="20577"/>
        <pc:sldMkLst>
          <pc:docMk/>
          <pc:sldMk cId="2438315955" sldId="257"/>
        </pc:sldMkLst>
        <pc:spChg chg="mod">
          <ac:chgData name="Aji, Liya Sara" userId="S::redacted-review-user-1::e86f5d4b-b961-4ce0-a944-be6ba4348cea" providerId="AD" clId="Web-{05CC0592-77E8-CD61-0675-A68E905C6728}" dt="2026-09-19T20:49:04.379" v="115" actId="1076"/>
          <ac:spMkLst>
            <pc:docMk/>
            <pc:sldMk cId="2438315955" sldId="257"/>
            <ac:spMk id="2" creationId="{D85C8BE3-DE88-31E8-C3B1-122D580517C3}"/>
          </ac:spMkLst>
        </pc:spChg>
        <pc:spChg chg="mod">
          <ac:chgData name="Aji, Liya Sara" userId="S::redacted-review-user-1::e86f5d4b-b961-4ce0-a944-be6ba4348cea" providerId="AD" clId="Web-{05CC0592-77E8-CD61-0675-A68E905C6728}" dt="2026-09-19T20:54:13.222" v="201" actId="20577"/>
          <ac:spMkLst>
            <pc:docMk/>
            <pc:sldMk cId="2438315955" sldId="257"/>
            <ac:spMk id="5" creationId="{76713A35-94F1-2F8A-15F8-4A59E5D845A8}"/>
          </ac:spMkLst>
        </pc:spChg>
      </pc:sldChg>
      <pc:sldChg chg="modSp">
        <pc:chgData name="Aji, Liya Sara" userId="S::redacted-review-user-1::e86f5d4b-b961-4ce0-a944-be6ba4348cea" providerId="AD" clId="Web-{05CC0592-77E8-CD61-0675-A68E905C6728}" dt="2026-09-19T21:02:04.714" v="529" actId="14100"/>
        <pc:sldMkLst>
          <pc:docMk/>
          <pc:sldMk cId="2005350230" sldId="258"/>
        </pc:sldMkLst>
        <pc:spChg chg="mod">
          <ac:chgData name="Aji, Liya Sara" userId="S::redacted-review-user-1::e86f5d4b-b961-4ce0-a944-be6ba4348cea" providerId="AD" clId="Web-{05CC0592-77E8-CD61-0675-A68E905C6728}" dt="2026-09-19T21:01:47.369" v="524" actId="1076"/>
          <ac:spMkLst>
            <pc:docMk/>
            <pc:sldMk cId="2005350230" sldId="258"/>
            <ac:spMk id="2" creationId="{604C12D8-7383-E58F-886B-52F0DC5EFFAE}"/>
          </ac:spMkLst>
        </pc:spChg>
        <pc:spChg chg="mod">
          <ac:chgData name="Aji, Liya Sara" userId="S::redacted-review-user-1::e86f5d4b-b961-4ce0-a944-be6ba4348cea" providerId="AD" clId="Web-{05CC0592-77E8-CD61-0675-A68E905C6728}" dt="2026-09-19T21:02:04.714" v="529" actId="14100"/>
          <ac:spMkLst>
            <pc:docMk/>
            <pc:sldMk cId="2005350230" sldId="258"/>
            <ac:spMk id="7" creationId="{8468564F-DF32-4797-8201-5126536CFCD5}"/>
          </ac:spMkLst>
        </pc:spChg>
      </pc:sldChg>
    </pc:docChg>
  </pc:docChgLst>
  <pc:docChgLst>
    <pc:chgData name="Aji, Liya Sara" userId="S::redacted-review-user-1::e86f5d4b-b961-4ce0-a944-be6ba4348cea" providerId="AD" clId="Web-{2D03C9E3-0077-0206-34FE-A1311867F80F}"/>
    <pc:docChg chg="modSld">
      <pc:chgData name="Aji, Liya Sara" userId="S::redacted-review-user-1::e86f5d4b-b961-4ce0-a944-be6ba4348cea" providerId="AD" clId="Web-{2D03C9E3-0077-0206-34FE-A1311867F80F}" dt="2026-09-17T18:55:29.261" v="14"/>
      <pc:docMkLst>
        <pc:docMk/>
      </pc:docMkLst>
      <pc:sldChg chg="mod modShow modNotes">
        <pc:chgData name="Aji, Liya Sara" userId="S::redacted-review-user-1::e86f5d4b-b961-4ce0-a944-be6ba4348cea" providerId="AD" clId="Web-{2D03C9E3-0077-0206-34FE-A1311867F80F}" dt="2026-09-17T18:55:29.261" v="14"/>
        <pc:sldMkLst>
          <pc:docMk/>
          <pc:sldMk cId="2438315955" sldId="257"/>
        </pc:sldMkLst>
      </pc:sldChg>
    </pc:docChg>
  </pc:docChgLst>
  <pc:docChgLst>
    <pc:chgData name="Decker, Margaret Vivian" userId="S::redacted-review-user-2::a6ed1fb4-b05f-4e02-a21c-07a213e6bbad" providerId="AD" clId="Web-{5C9BCF55-3370-5DA4-7357-D6ECDF236870}"/>
    <pc:docChg chg="mod addSld delSld modSld addMainMaster delMainMaster">
      <pc:chgData name="Decker, Margaret Vivian" userId="S::redacted-review-user-2::a6ed1fb4-b05f-4e02-a21c-07a213e6bbad" providerId="AD" clId="Web-{5C9BCF55-3370-5DA4-7357-D6ECDF236870}" dt="2026-09-15T13:38:28.444" v="165"/>
      <pc:docMkLst>
        <pc:docMk/>
      </pc:docMkLst>
      <pc:sldChg chg="modSp mod modClrScheme chgLayout">
        <pc:chgData name="Decker, Margaret Vivian" userId="S::redacted-review-user-2::a6ed1fb4-b05f-4e02-a21c-07a213e6bbad" providerId="AD" clId="Web-{5C9BCF55-3370-5DA4-7357-D6ECDF236870}" dt="2026-09-15T13:38:28.444" v="165"/>
        <pc:sldMkLst>
          <pc:docMk/>
          <pc:sldMk cId="109857222" sldId="256"/>
        </pc:sldMkLst>
        <pc:spChg chg="mod ord">
          <ac:chgData name="Decker, Margaret Vivian" userId="S::redacted-review-user-2::a6ed1fb4-b05f-4e02-a21c-07a213e6bbad" providerId="AD" clId="Web-{5C9BCF55-3370-5DA4-7357-D6ECDF236870}" dt="2026-09-15T13:38:28.444" v="165"/>
          <ac:spMkLst>
            <pc:docMk/>
            <pc:sldMk cId="109857222" sldId="256"/>
            <ac:spMk id="2" creationId="{00000000-0000-0000-0000-000000000000}"/>
          </ac:spMkLst>
        </pc:spChg>
        <pc:spChg chg="mod ord">
          <ac:chgData name="Decker, Margaret Vivian" userId="S::redacted-review-user-2::a6ed1fb4-b05f-4e02-a21c-07a213e6bbad" providerId="AD" clId="Web-{5C9BCF55-3370-5DA4-7357-D6ECDF236870}" dt="2026-09-15T13:38:28.444" v="165"/>
          <ac:spMkLst>
            <pc:docMk/>
            <pc:sldMk cId="109857222" sldId="256"/>
            <ac:spMk id="3" creationId="{00000000-0000-0000-0000-000000000000}"/>
          </ac:spMkLst>
        </pc:spChg>
      </pc:sldChg>
      <pc:sldChg chg="modSp new mod modClrScheme chgLayout">
        <pc:chgData name="Decker, Margaret Vivian" userId="S::redacted-review-user-2::a6ed1fb4-b05f-4e02-a21c-07a213e6bbad" providerId="AD" clId="Web-{5C9BCF55-3370-5DA4-7357-D6ECDF236870}" dt="2026-09-15T13:38:28.444" v="165"/>
        <pc:sldMkLst>
          <pc:docMk/>
          <pc:sldMk cId="2438315955" sldId="257"/>
        </pc:sldMkLst>
        <pc:spChg chg="mod ord">
          <ac:chgData name="Decker, Margaret Vivian" userId="S::redacted-review-user-2::a6ed1fb4-b05f-4e02-a21c-07a213e6bbad" providerId="AD" clId="Web-{5C9BCF55-3370-5DA4-7357-D6ECDF236870}" dt="2026-09-15T13:38:28.444" v="165"/>
          <ac:spMkLst>
            <pc:docMk/>
            <pc:sldMk cId="2438315955" sldId="257"/>
            <ac:spMk id="2" creationId="{D85C8BE3-DE88-31E8-C3B1-122D580517C3}"/>
          </ac:spMkLst>
        </pc:spChg>
      </pc:sldChg>
      <pc:sldChg chg="modSp add mod replId modClrScheme chgLayout">
        <pc:chgData name="Decker, Margaret Vivian" userId="S::redacted-review-user-2::a6ed1fb4-b05f-4e02-a21c-07a213e6bbad" providerId="AD" clId="Web-{5C9BCF55-3370-5DA4-7357-D6ECDF236870}" dt="2026-09-15T13:38:28.444" v="165"/>
        <pc:sldMkLst>
          <pc:docMk/>
          <pc:sldMk cId="2005350230" sldId="258"/>
        </pc:sldMkLst>
        <pc:spChg chg="mod ord">
          <ac:chgData name="Decker, Margaret Vivian" userId="S::redacted-review-user-2::a6ed1fb4-b05f-4e02-a21c-07a213e6bbad" providerId="AD" clId="Web-{5C9BCF55-3370-5DA4-7357-D6ECDF236870}" dt="2026-09-15T13:38:28.444" v="165"/>
          <ac:spMkLst>
            <pc:docMk/>
            <pc:sldMk cId="2005350230" sldId="258"/>
            <ac:spMk id="2" creationId="{604C12D8-7383-E58F-886B-52F0DC5EFFAE}"/>
          </ac:spMkLst>
        </pc:spChg>
      </pc:sldChg>
      <pc:sldChg chg="modSp add mod replId modClrScheme chgLayout">
        <pc:chgData name="Decker, Margaret Vivian" userId="S::redacted-review-user-2::a6ed1fb4-b05f-4e02-a21c-07a213e6bbad" providerId="AD" clId="Web-{5C9BCF55-3370-5DA4-7357-D6ECDF236870}" dt="2026-09-15T13:38:28.444" v="165"/>
        <pc:sldMkLst>
          <pc:docMk/>
          <pc:sldMk cId="3623978047" sldId="259"/>
        </pc:sldMkLst>
        <pc:spChg chg="mod ord">
          <ac:chgData name="Decker, Margaret Vivian" userId="S::redacted-review-user-2::a6ed1fb4-b05f-4e02-a21c-07a213e6bbad" providerId="AD" clId="Web-{5C9BCF55-3370-5DA4-7357-D6ECDF236870}" dt="2026-09-15T13:38:28.444" v="165"/>
          <ac:spMkLst>
            <pc:docMk/>
            <pc:sldMk cId="3623978047" sldId="259"/>
            <ac:spMk id="2" creationId="{CAE8D8D5-F4A5-8CA3-8965-4106C5909ED3}"/>
          </ac:spMkLst>
        </pc:spChg>
        <pc:spChg chg="mod ord">
          <ac:chgData name="Decker, Margaret Vivian" userId="S::redacted-review-user-2::a6ed1fb4-b05f-4e02-a21c-07a213e6bbad" providerId="AD" clId="Web-{5C9BCF55-3370-5DA4-7357-D6ECDF236870}" dt="2026-09-15T13:38:28.444" v="165"/>
          <ac:spMkLst>
            <pc:docMk/>
            <pc:sldMk cId="3623978047" sldId="259"/>
            <ac:spMk id="3" creationId="{80001414-7AE9-430A-EA3C-6DB59BEA2D7B}"/>
          </ac:spMkLst>
        </pc:spChg>
      </pc:sldChg>
      <pc:sldChg chg="addSp modSp add mod replId modClrScheme chgLayout">
        <pc:chgData name="Decker, Margaret Vivian" userId="S::redacted-review-user-2::a6ed1fb4-b05f-4e02-a21c-07a213e6bbad" providerId="AD" clId="Web-{5C9BCF55-3370-5DA4-7357-D6ECDF236870}" dt="2026-09-15T13:38:28.444" v="165"/>
        <pc:sldMkLst>
          <pc:docMk/>
          <pc:sldMk cId="2679561018" sldId="260"/>
        </pc:sldMkLst>
        <pc:spChg chg="mod ord">
          <ac:chgData name="Decker, Margaret Vivian" userId="S::redacted-review-user-2::a6ed1fb4-b05f-4e02-a21c-07a213e6bbad" providerId="AD" clId="Web-{5C9BCF55-3370-5DA4-7357-D6ECDF236870}" dt="2026-09-15T13:38:28.444" v="165"/>
          <ac:spMkLst>
            <pc:docMk/>
            <pc:sldMk cId="2679561018" sldId="260"/>
            <ac:spMk id="2" creationId="{509BAF5F-D6D8-8AE1-9C23-19DC95DE93C2}"/>
          </ac:spMkLst>
        </pc:spChg>
      </pc:sldChg>
      <pc:sldChg chg="modSp add mod replId modClrScheme chgLayout">
        <pc:chgData name="Decker, Margaret Vivian" userId="S::redacted-review-user-2::a6ed1fb4-b05f-4e02-a21c-07a213e6bbad" providerId="AD" clId="Web-{5C9BCF55-3370-5DA4-7357-D6ECDF236870}" dt="2026-09-15T13:38:28.444" v="165"/>
        <pc:sldMkLst>
          <pc:docMk/>
          <pc:sldMk cId="2501626633" sldId="261"/>
        </pc:sldMkLst>
        <pc:spChg chg="mod ord">
          <ac:chgData name="Decker, Margaret Vivian" userId="S::redacted-review-user-2::a6ed1fb4-b05f-4e02-a21c-07a213e6bbad" providerId="AD" clId="Web-{5C9BCF55-3370-5DA4-7357-D6ECDF236870}" dt="2026-09-15T13:38:28.444" v="165"/>
          <ac:spMkLst>
            <pc:docMk/>
            <pc:sldMk cId="2501626633" sldId="261"/>
            <ac:spMk id="2" creationId="{910DAF3A-A63A-DFF2-8CE8-281BFBEE1C7A}"/>
          </ac:spMkLst>
        </pc:spChg>
      </pc:sldChg>
      <pc:sldChg chg="modSp add mod replId modClrScheme chgLayout">
        <pc:chgData name="Decker, Margaret Vivian" userId="S::redacted-review-user-2::a6ed1fb4-b05f-4e02-a21c-07a213e6bbad" providerId="AD" clId="Web-{5C9BCF55-3370-5DA4-7357-D6ECDF236870}" dt="2026-09-15T13:38:28.444" v="165"/>
        <pc:sldMkLst>
          <pc:docMk/>
          <pc:sldMk cId="2419454555" sldId="262"/>
        </pc:sldMkLst>
        <pc:spChg chg="mod ord">
          <ac:chgData name="Decker, Margaret Vivian" userId="S::redacted-review-user-2::a6ed1fb4-b05f-4e02-a21c-07a213e6bbad" providerId="AD" clId="Web-{5C9BCF55-3370-5DA4-7357-D6ECDF236870}" dt="2026-09-15T13:38:28.444" v="165"/>
          <ac:spMkLst>
            <pc:docMk/>
            <pc:sldMk cId="2419454555" sldId="262"/>
            <ac:spMk id="2" creationId="{3310AFB2-6EDF-DCE0-2AFD-193610F27AF2}"/>
          </ac:spMkLst>
        </pc:spChg>
      </pc:sldChg>
      <pc:sldChg chg="modSp add mod replId modClrScheme chgLayout">
        <pc:chgData name="Decker, Margaret Vivian" userId="S::redacted-review-user-2::a6ed1fb4-b05f-4e02-a21c-07a213e6bbad" providerId="AD" clId="Web-{5C9BCF55-3370-5DA4-7357-D6ECDF236870}" dt="2026-09-15T13:38:28.444" v="165"/>
        <pc:sldMkLst>
          <pc:docMk/>
          <pc:sldMk cId="2361371186" sldId="264"/>
        </pc:sldMkLst>
        <pc:spChg chg="mod ord">
          <ac:chgData name="Decker, Margaret Vivian" userId="S::redacted-review-user-2::a6ed1fb4-b05f-4e02-a21c-07a213e6bbad" providerId="AD" clId="Web-{5C9BCF55-3370-5DA4-7357-D6ECDF236870}" dt="2026-09-15T13:38:28.444" v="165"/>
          <ac:spMkLst>
            <pc:docMk/>
            <pc:sldMk cId="2361371186" sldId="264"/>
            <ac:spMk id="2" creationId="{2CF55EC5-5C56-25EA-00CD-D8EAC2548CB3}"/>
          </ac:spMkLst>
        </pc:spChg>
      </pc:sldChg>
      <pc:sldChg chg="modSp mod modClrScheme chgLayout">
        <pc:chgData name="Decker, Margaret Vivian" userId="S::redacted-review-user-2::a6ed1fb4-b05f-4e02-a21c-07a213e6bbad" providerId="AD" clId="Web-{5C9BCF55-3370-5DA4-7357-D6ECDF236870}" dt="2026-09-15T13:38:28.444" v="165"/>
        <pc:sldMkLst>
          <pc:docMk/>
          <pc:sldMk cId="532267780" sldId="265"/>
        </pc:sldMkLst>
        <pc:spChg chg="mod ord">
          <ac:chgData name="Decker, Margaret Vivian" userId="S::redacted-review-user-2::a6ed1fb4-b05f-4e02-a21c-07a213e6bbad" providerId="AD" clId="Web-{5C9BCF55-3370-5DA4-7357-D6ECDF236870}" dt="2026-09-15T13:38:28.444" v="165"/>
          <ac:spMkLst>
            <pc:docMk/>
            <pc:sldMk cId="532267780" sldId="265"/>
            <ac:spMk id="2" creationId="{D215395D-AB82-52CF-DD7B-5265E3CFE5E9}"/>
          </ac:spMkLst>
        </pc:spChg>
      </pc:sldChg>
      <pc:sldMasterChg chg="add addSldLayout modSldLayout">
        <pc:chgData name="Decker, Margaret Vivian" userId="S::redacted-review-user-2::a6ed1fb4-b05f-4e02-a21c-07a213e6bbad" providerId="AD" clId="Web-{5C9BCF55-3370-5DA4-7357-D6ECDF236870}" dt="2026-09-15T13:38:28.444" v="165"/>
        <pc:sldMasterMkLst>
          <pc:docMk/>
          <pc:sldMasterMk cId="1891421318" sldId="2147483672"/>
        </pc:sldMasterMkLst>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906028941" sldId="2147483673"/>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2368733730" sldId="2147483674"/>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4100028268" sldId="2147483675"/>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906389214" sldId="2147483676"/>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914401544" sldId="2147483677"/>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024306578" sldId="2147483678"/>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493745408" sldId="2147483679"/>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3683061554" sldId="2147483680"/>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714170092" sldId="2147483681"/>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668454752" sldId="2147483682"/>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677868771" sldId="2147483683"/>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4036347607" sldId="2147483684"/>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3929583046" sldId="2147483685"/>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953819470" sldId="2147483686"/>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647684345" sldId="2147483687"/>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4116594938" sldId="2147483688"/>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3967658829" sldId="2147483689"/>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3397684614" sldId="2147483690"/>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808905654" sldId="2147483691"/>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515165967" sldId="2147483692"/>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2226416861" sldId="2147483693"/>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3507699972" sldId="2147483694"/>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2562827816" sldId="2147483695"/>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2413001924" sldId="2147483696"/>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92148568" sldId="2147483697"/>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711828723" sldId="2147483698"/>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796028345" sldId="2147483699"/>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232292138" sldId="2147483700"/>
          </pc:sldLayoutMkLst>
        </pc:sldLayoutChg>
        <pc:sldLayoutChg chg="add mod replId">
          <pc:chgData name="Decker, Margaret Vivian" userId="S::redacted-review-user-2::a6ed1fb4-b05f-4e02-a21c-07a213e6bbad" providerId="AD" clId="Web-{5C9BCF55-3370-5DA4-7357-D6ECDF236870}" dt="2026-09-15T13:38:28.444" v="165"/>
          <pc:sldLayoutMkLst>
            <pc:docMk/>
            <pc:sldMasterMk cId="1891421318" sldId="2147483672"/>
            <pc:sldLayoutMk cId="1739505295" sldId="2147483701"/>
          </pc:sldLayoutMkLst>
        </pc:sldLayoutChg>
      </pc:sldMasterChg>
    </pc:docChg>
  </pc:docChgLst>
  <pc:docChgLst>
    <pc:chgData name="Decker, Margaret Vivian" userId="S::redacted-review-user-2::a6ed1fb4-b05f-4e02-a21c-07a213e6bbad" providerId="AD" clId="Web-{87E08132-E53F-58EC-5FDA-82922C60C48B}"/>
    <pc:docChg chg="modSld">
      <pc:chgData name="Decker, Margaret Vivian" userId="S::redacted-review-user-2::a6ed1fb4-b05f-4e02-a21c-07a213e6bbad" providerId="AD" clId="Web-{87E08132-E53F-58EC-5FDA-82922C60C48B}" dt="2026-09-15T15:17:09.060" v="465" actId="1076"/>
      <pc:docMkLst>
        <pc:docMk/>
      </pc:docMkLst>
      <pc:sldChg chg="modSp">
        <pc:chgData name="Decker, Margaret Vivian" userId="S::redacted-review-user-2::a6ed1fb4-b05f-4e02-a21c-07a213e6bbad" providerId="AD" clId="Web-{87E08132-E53F-58EC-5FDA-82922C60C48B}" dt="2026-09-15T15:02:31.765" v="289" actId="20577"/>
        <pc:sldMkLst>
          <pc:docMk/>
          <pc:sldMk cId="2438315955" sldId="257"/>
        </pc:sldMkLst>
        <pc:spChg chg="mod">
          <ac:chgData name="Decker, Margaret Vivian" userId="S::redacted-review-user-2::a6ed1fb4-b05f-4e02-a21c-07a213e6bbad" providerId="AD" clId="Web-{87E08132-E53F-58EC-5FDA-82922C60C48B}" dt="2026-09-15T15:02:31.765" v="289" actId="20577"/>
          <ac:spMkLst>
            <pc:docMk/>
            <pc:sldMk cId="2438315955" sldId="257"/>
            <ac:spMk id="2" creationId="{D85C8BE3-DE88-31E8-C3B1-122D580517C3}"/>
          </ac:spMkLst>
        </pc:spChg>
      </pc:sldChg>
      <pc:sldChg chg="modSp">
        <pc:chgData name="Decker, Margaret Vivian" userId="S::redacted-review-user-2::a6ed1fb4-b05f-4e02-a21c-07a213e6bbad" providerId="AD" clId="Web-{87E08132-E53F-58EC-5FDA-82922C60C48B}" dt="2026-09-15T15:02:36.249" v="290" actId="20577"/>
        <pc:sldMkLst>
          <pc:docMk/>
          <pc:sldMk cId="2005350230" sldId="258"/>
        </pc:sldMkLst>
        <pc:spChg chg="mod">
          <ac:chgData name="Decker, Margaret Vivian" userId="S::redacted-review-user-2::a6ed1fb4-b05f-4e02-a21c-07a213e6bbad" providerId="AD" clId="Web-{87E08132-E53F-58EC-5FDA-82922C60C48B}" dt="2026-09-15T15:02:36.249" v="290" actId="20577"/>
          <ac:spMkLst>
            <pc:docMk/>
            <pc:sldMk cId="2005350230" sldId="258"/>
            <ac:spMk id="2" creationId="{604C12D8-7383-E58F-886B-52F0DC5EFFAE}"/>
          </ac:spMkLst>
        </pc:spChg>
      </pc:sldChg>
      <pc:sldChg chg="delSp modSp mod modClrScheme chgLayout">
        <pc:chgData name="Decker, Margaret Vivian" userId="S::redacted-review-user-2::a6ed1fb4-b05f-4e02-a21c-07a213e6bbad" providerId="AD" clId="Web-{87E08132-E53F-58EC-5FDA-82922C60C48B}" dt="2026-09-15T15:17:01.216" v="464" actId="1076"/>
        <pc:sldMkLst>
          <pc:docMk/>
          <pc:sldMk cId="3623978047" sldId="259"/>
        </pc:sldMkLst>
        <pc:spChg chg="mod">
          <ac:chgData name="Decker, Margaret Vivian" userId="S::redacted-review-user-2::a6ed1fb4-b05f-4e02-a21c-07a213e6bbad" providerId="AD" clId="Web-{87E08132-E53F-58EC-5FDA-82922C60C48B}" dt="2026-09-15T15:17:01.216" v="464" actId="1076"/>
          <ac:spMkLst>
            <pc:docMk/>
            <pc:sldMk cId="3623978047" sldId="259"/>
            <ac:spMk id="2" creationId="{CAE8D8D5-F4A5-8CA3-8965-4106C5909ED3}"/>
          </ac:spMkLst>
        </pc:spChg>
        <pc:spChg chg="mod">
          <ac:chgData name="Decker, Margaret Vivian" userId="S::redacted-review-user-2::a6ed1fb4-b05f-4e02-a21c-07a213e6bbad" providerId="AD" clId="Web-{87E08132-E53F-58EC-5FDA-82922C60C48B}" dt="2026-09-15T15:16:48.622" v="461" actId="14100"/>
          <ac:spMkLst>
            <pc:docMk/>
            <pc:sldMk cId="3623978047" sldId="259"/>
            <ac:spMk id="3" creationId="{80001414-7AE9-430A-EA3C-6DB59BEA2D7B}"/>
          </ac:spMkLst>
        </pc:spChg>
        <pc:spChg chg="mod">
          <ac:chgData name="Decker, Margaret Vivian" userId="S::redacted-review-user-2::a6ed1fb4-b05f-4e02-a21c-07a213e6bbad" providerId="AD" clId="Web-{87E08132-E53F-58EC-5FDA-82922C60C48B}" dt="2026-09-15T15:16:13.263" v="449"/>
          <ac:spMkLst>
            <pc:docMk/>
            <pc:sldMk cId="3623978047" sldId="259"/>
            <ac:spMk id="10" creationId="{BC0B3272-1E77-A596-9406-1E298D855CF8}"/>
          </ac:spMkLst>
        </pc:spChg>
        <pc:spChg chg="mod">
          <ac:chgData name="Decker, Margaret Vivian" userId="S::redacted-review-user-2::a6ed1fb4-b05f-4e02-a21c-07a213e6bbad" providerId="AD" clId="Web-{87E08132-E53F-58EC-5FDA-82922C60C48B}" dt="2026-09-15T15:16:13.263" v="449"/>
          <ac:spMkLst>
            <pc:docMk/>
            <pc:sldMk cId="3623978047" sldId="259"/>
            <ac:spMk id="12" creationId="{C056A14E-43ED-9708-0C9A-B06A2A8D36D9}"/>
          </ac:spMkLst>
        </pc:spChg>
        <pc:picChg chg="mod ord">
          <ac:chgData name="Decker, Margaret Vivian" userId="S::redacted-review-user-2::a6ed1fb4-b05f-4e02-a21c-07a213e6bbad" providerId="AD" clId="Web-{87E08132-E53F-58EC-5FDA-82922C60C48B}" dt="2026-09-15T15:16:52.403" v="462" actId="1076"/>
          <ac:picMkLst>
            <pc:docMk/>
            <pc:sldMk cId="3623978047" sldId="259"/>
            <ac:picMk id="4" creationId="{5699694F-668D-D00E-F226-AB4F21A9C5ED}"/>
          </ac:picMkLst>
        </pc:picChg>
      </pc:sldChg>
      <pc:sldChg chg="modSp modNotes">
        <pc:chgData name="Decker, Margaret Vivian" userId="S::redacted-review-user-2::a6ed1fb4-b05f-4e02-a21c-07a213e6bbad" providerId="AD" clId="Web-{87E08132-E53F-58EC-5FDA-82922C60C48B}" dt="2026-09-15T15:17:09.060" v="465" actId="1076"/>
        <pc:sldMkLst>
          <pc:docMk/>
          <pc:sldMk cId="2679561018" sldId="260"/>
        </pc:sldMkLst>
        <pc:spChg chg="mod">
          <ac:chgData name="Decker, Margaret Vivian" userId="S::redacted-review-user-2::a6ed1fb4-b05f-4e02-a21c-07a213e6bbad" providerId="AD" clId="Web-{87E08132-E53F-58EC-5FDA-82922C60C48B}" dt="2026-09-15T14:55:10.156" v="235" actId="20577"/>
          <ac:spMkLst>
            <pc:docMk/>
            <pc:sldMk cId="2679561018" sldId="260"/>
            <ac:spMk id="2" creationId="{509BAF5F-D6D8-8AE1-9C23-19DC95DE93C2}"/>
          </ac:spMkLst>
        </pc:spChg>
        <pc:spChg chg="mod">
          <ac:chgData name="Decker, Margaret Vivian" userId="S::redacted-review-user-2::a6ed1fb4-b05f-4e02-a21c-07a213e6bbad" providerId="AD" clId="Web-{87E08132-E53F-58EC-5FDA-82922C60C48B}" dt="2026-09-15T15:07:19.092" v="436" actId="20577"/>
          <ac:spMkLst>
            <pc:docMk/>
            <pc:sldMk cId="2679561018" sldId="260"/>
            <ac:spMk id="15" creationId="{01A32878-A4EB-4D8C-6EEB-8837254EA6A9}"/>
          </ac:spMkLst>
        </pc:spChg>
      </pc:sldChg>
      <pc:sldChg chg="modSp">
        <pc:chgData name="Decker, Margaret Vivian" userId="S::redacted-review-user-2::a6ed1fb4-b05f-4e02-a21c-07a213e6bbad" providerId="AD" clId="Web-{87E08132-E53F-58EC-5FDA-82922C60C48B}" dt="2026-09-15T15:02:40.249" v="291" actId="20577"/>
        <pc:sldMkLst>
          <pc:docMk/>
          <pc:sldMk cId="2501626633" sldId="261"/>
        </pc:sldMkLst>
        <pc:spChg chg="mod">
          <ac:chgData name="Decker, Margaret Vivian" userId="S::redacted-review-user-2::a6ed1fb4-b05f-4e02-a21c-07a213e6bbad" providerId="AD" clId="Web-{87E08132-E53F-58EC-5FDA-82922C60C48B}" dt="2026-09-15T15:02:40.249" v="291" actId="20577"/>
          <ac:spMkLst>
            <pc:docMk/>
            <pc:sldMk cId="2501626633" sldId="261"/>
            <ac:spMk id="2" creationId="{910DAF3A-A63A-DFF2-8CE8-281BFBEE1C7A}"/>
          </ac:spMkLst>
        </pc:spChg>
      </pc:sldChg>
      <pc:sldChg chg="modSp">
        <pc:chgData name="Decker, Margaret Vivian" userId="S::redacted-review-user-2::a6ed1fb4-b05f-4e02-a21c-07a213e6bbad" providerId="AD" clId="Web-{87E08132-E53F-58EC-5FDA-82922C60C48B}" dt="2026-09-15T15:03:03.593" v="294" actId="20577"/>
        <pc:sldMkLst>
          <pc:docMk/>
          <pc:sldMk cId="2361371186" sldId="264"/>
        </pc:sldMkLst>
        <pc:spChg chg="mod">
          <ac:chgData name="Decker, Margaret Vivian" userId="S::redacted-review-user-2::a6ed1fb4-b05f-4e02-a21c-07a213e6bbad" providerId="AD" clId="Web-{87E08132-E53F-58EC-5FDA-82922C60C48B}" dt="2026-09-15T15:03:03.593" v="294" actId="20577"/>
          <ac:spMkLst>
            <pc:docMk/>
            <pc:sldMk cId="2361371186" sldId="264"/>
            <ac:spMk id="3" creationId="{68EE7E51-EB9F-19F7-AB58-BE5F65CD9EB9}"/>
          </ac:spMkLst>
        </pc:spChg>
      </pc:sldChg>
      <pc:sldChg chg="modSp">
        <pc:chgData name="Decker, Margaret Vivian" userId="S::redacted-review-user-2::a6ed1fb4-b05f-4e02-a21c-07a213e6bbad" providerId="AD" clId="Web-{87E08132-E53F-58EC-5FDA-82922C60C48B}" dt="2026-09-15T15:02:26.405" v="288" actId="20577"/>
        <pc:sldMkLst>
          <pc:docMk/>
          <pc:sldMk cId="532267780" sldId="265"/>
        </pc:sldMkLst>
        <pc:spChg chg="mod">
          <ac:chgData name="Decker, Margaret Vivian" userId="S::redacted-review-user-2::a6ed1fb4-b05f-4e02-a21c-07a213e6bbad" providerId="AD" clId="Web-{87E08132-E53F-58EC-5FDA-82922C60C48B}" dt="2026-09-15T15:02:26.405" v="288" actId="20577"/>
          <ac:spMkLst>
            <pc:docMk/>
            <pc:sldMk cId="532267780" sldId="265"/>
            <ac:spMk id="2" creationId="{D215395D-AB82-52CF-DD7B-5265E3CFE5E9}"/>
          </ac:spMkLst>
        </pc:spChg>
      </pc:sldChg>
    </pc:docChg>
  </pc:docChgLst>
  <pc:docChgLst>
    <pc:chgData name="Alavez Reyes, Jonathan Eveth" userId="S::redacted-review-user-3::ab4d1f50-bdf4-404d-b482-fffaebbbdbdb" providerId="AD" clId="Web-{1E80C407-C872-C93E-54F8-1D65EED3E791}"/>
    <pc:docChg chg="modSld">
      <pc:chgData name="Alavez Reyes, Jonathan Eveth" userId="S::redacted-review-user-3::ab4d1f50-bdf4-404d-b482-fffaebbbdbdb" providerId="AD" clId="Web-{1E80C407-C872-C93E-54F8-1D65EED3E791}" dt="2026-09-15T14:17:29.164" v="774"/>
      <pc:docMkLst>
        <pc:docMk/>
      </pc:docMkLst>
      <pc:sldChg chg="addSp modSp">
        <pc:chgData name="Alavez Reyes, Jonathan Eveth" userId="S::redacted-review-user-3::ab4d1f50-bdf4-404d-b482-fffaebbbdbdb" providerId="AD" clId="Web-{1E80C407-C872-C93E-54F8-1D65EED3E791}" dt="2026-09-15T14:14:06.712" v="768" actId="14100"/>
        <pc:sldMkLst>
          <pc:docMk/>
          <pc:sldMk cId="3623978047" sldId="259"/>
        </pc:sldMkLst>
        <pc:spChg chg="mod">
          <ac:chgData name="Alavez Reyes, Jonathan Eveth" userId="S::redacted-review-user-3::ab4d1f50-bdf4-404d-b482-fffaebbbdbdb" providerId="AD" clId="Web-{1E80C407-C872-C93E-54F8-1D65EED3E791}" dt="2026-09-15T13:53:51.200" v="12" actId="14100"/>
          <ac:spMkLst>
            <pc:docMk/>
            <pc:sldMk cId="3623978047" sldId="259"/>
            <ac:spMk id="2" creationId="{CAE8D8D5-F4A5-8CA3-8965-4106C5909ED3}"/>
          </ac:spMkLst>
        </pc:spChg>
        <pc:spChg chg="mod">
          <ac:chgData name="Alavez Reyes, Jonathan Eveth" userId="S::redacted-review-user-3::ab4d1f50-bdf4-404d-b482-fffaebbbdbdb" providerId="AD" clId="Web-{1E80C407-C872-C93E-54F8-1D65EED3E791}" dt="2026-09-15T14:14:06.712" v="768" actId="14100"/>
          <ac:spMkLst>
            <pc:docMk/>
            <pc:sldMk cId="3623978047" sldId="259"/>
            <ac:spMk id="3" creationId="{80001414-7AE9-430A-EA3C-6DB59BEA2D7B}"/>
          </ac:spMkLst>
        </pc:spChg>
        <pc:picChg chg="add mod">
          <ac:chgData name="Alavez Reyes, Jonathan Eveth" userId="S::redacted-review-user-3::ab4d1f50-bdf4-404d-b482-fffaebbbdbdb" providerId="AD" clId="Web-{1E80C407-C872-C93E-54F8-1D65EED3E791}" dt="2026-09-15T14:13:59.618" v="767" actId="1076"/>
          <ac:picMkLst>
            <pc:docMk/>
            <pc:sldMk cId="3623978047" sldId="259"/>
            <ac:picMk id="4" creationId="{5699694F-668D-D00E-F226-AB4F21A9C5ED}"/>
          </ac:picMkLst>
        </pc:picChg>
      </pc:sldChg>
      <pc:sldChg chg="modSp">
        <pc:chgData name="Alavez Reyes, Jonathan Eveth" userId="S::redacted-review-user-3::ab4d1f50-bdf4-404d-b482-fffaebbbdbdb" providerId="AD" clId="Web-{1E80C407-C872-C93E-54F8-1D65EED3E791}" dt="2026-09-15T14:17:29.164" v="774"/>
        <pc:sldMkLst>
          <pc:docMk/>
          <pc:sldMk cId="532267780" sldId="265"/>
        </pc:sldMkLst>
        <pc:graphicFrameChg chg="mod modGraphic">
          <ac:chgData name="Alavez Reyes, Jonathan Eveth" userId="S::redacted-review-user-3::ab4d1f50-bdf4-404d-b482-fffaebbbdbdb" providerId="AD" clId="Web-{1E80C407-C872-C93E-54F8-1D65EED3E791}" dt="2026-09-15T14:17:29.164" v="774"/>
          <ac:graphicFrameMkLst>
            <pc:docMk/>
            <pc:sldMk cId="532267780" sldId="265"/>
            <ac:graphicFrameMk id="5" creationId="{F441FF9A-AD99-994A-D55E-A867B418B926}"/>
          </ac:graphicFrameMkLst>
        </pc:graphicFrameChg>
      </pc:sldChg>
    </pc:docChg>
  </pc:docChgLst>
  <pc:docChgLst>
    <pc:chgData name="Decker, Margaret Vivian" userId="S::redacted-review-user-2::a6ed1fb4-b05f-4e02-a21c-07a213e6bbad" providerId="AD" clId="Web-{00000000-0000-0000-0000-000000000000}"/>
    <pc:docChg chg="modSld">
      <pc:chgData name="Decker, Margaret Vivian" userId="S::redacted-review-user-2::a6ed1fb4-b05f-4e02-a21c-07a213e6bbad" providerId="AD" clId="Web-{00000000-0000-0000-0000-000000000000}" dt="2026-09-15T14:18:24.060" v="318" actId="20577"/>
      <pc:docMkLst>
        <pc:docMk/>
      </pc:docMkLst>
      <pc:sldChg chg="addSp modSp mod modClrScheme modCm chgLayout">
        <pc:chgData name="Decker, Margaret Vivian" userId="S::redacted-review-user-2::a6ed1fb4-b05f-4e02-a21c-07a213e6bbad" providerId="AD" clId="Web-{00000000-0000-0000-0000-000000000000}" dt="2026-09-15T13:41:23.713" v="15" actId="14100"/>
        <pc:sldMkLst>
          <pc:docMk/>
          <pc:sldMk cId="109857222" sldId="256"/>
        </pc:sldMkLst>
        <pc:spChg chg="mod">
          <ac:chgData name="Decker, Margaret Vivian" userId="S::redacted-review-user-2::a6ed1fb4-b05f-4e02-a21c-07a213e6bbad" providerId="AD" clId="Web-{00000000-0000-0000-0000-000000000000}" dt="2026-09-15T13:39:27.385" v="0"/>
          <ac:spMkLst>
            <pc:docMk/>
            <pc:sldMk cId="109857222" sldId="256"/>
            <ac:spMk id="2" creationId="{00000000-0000-0000-0000-000000000000}"/>
          </ac:spMkLst>
        </pc:spChg>
        <pc:spChg chg="mod">
          <ac:chgData name="Decker, Margaret Vivian" userId="S::redacted-review-user-2::a6ed1fb4-b05f-4e02-a21c-07a213e6bbad" providerId="AD" clId="Web-{00000000-0000-0000-0000-000000000000}" dt="2026-09-15T13:41:23.713" v="15" actId="14100"/>
          <ac:spMkLst>
            <pc:docMk/>
            <pc:sldMk cId="109857222" sldId="256"/>
            <ac:spMk id="3" creationId="{00000000-0000-0000-0000-000000000000}"/>
          </ac:spMkLst>
        </pc:spChg>
        <pc:spChg chg="add mod">
          <ac:chgData name="Decker, Margaret Vivian" userId="S::redacted-review-user-2::a6ed1fb4-b05f-4e02-a21c-07a213e6bbad" providerId="AD" clId="Web-{00000000-0000-0000-0000-000000000000}" dt="2026-09-15T13:39:27.385" v="0"/>
          <ac:spMkLst>
            <pc:docMk/>
            <pc:sldMk cId="109857222" sldId="256"/>
            <ac:spMk id="8" creationId="{A3897ACF-B593-B257-1766-15F88B803573}"/>
          </ac:spMkLst>
        </pc:spChg>
        <pc:spChg chg="add mod">
          <ac:chgData name="Decker, Margaret Vivian" userId="S::redacted-review-user-2::a6ed1fb4-b05f-4e02-a21c-07a213e6bbad" providerId="AD" clId="Web-{00000000-0000-0000-0000-000000000000}" dt="2026-09-15T13:39:27.385" v="0"/>
          <ac:spMkLst>
            <pc:docMk/>
            <pc:sldMk cId="109857222" sldId="256"/>
            <ac:spMk id="10" creationId="{AFFAACD6-DB45-D1E1-2E03-F3DBB06198EC}"/>
          </ac:spMkLst>
        </pc:spChg>
        <pc:spChg chg="add mod">
          <ac:chgData name="Decker, Margaret Vivian" userId="S::redacted-review-user-2::a6ed1fb4-b05f-4e02-a21c-07a213e6bbad" providerId="AD" clId="Web-{00000000-0000-0000-0000-000000000000}" dt="2026-09-15T13:39:27.385" v="0"/>
          <ac:spMkLst>
            <pc:docMk/>
            <pc:sldMk cId="109857222" sldId="256"/>
            <ac:spMk id="12" creationId="{C25505AA-FF10-FABF-58C5-854F73466A3F}"/>
          </ac:spMkLst>
        </pc:spChg>
        <pc:extLst>
          <p:ext xmlns:p="http://schemas.openxmlformats.org/presentationml/2006/main" uri="{D6D511B9-2390-475A-947B-AFAB55BFBCF1}">
            <pc226:cmChg xmlns:pc226="http://schemas.microsoft.com/office/powerpoint/2022/06/main/command" chg="mod">
              <pc226:chgData name="Decker, Margaret Vivian" userId="S::redacted-review-user-2::a6ed1fb4-b05f-4e02-a21c-07a213e6bbad" providerId="AD" clId="Web-{00000000-0000-0000-0000-000000000000}" dt="2026-09-15T13:39:27.385" v="0"/>
              <pc2:cmMkLst xmlns:pc2="http://schemas.microsoft.com/office/powerpoint/2019/9/main/command">
                <pc:docMk/>
                <pc:sldMk cId="109857222" sldId="256"/>
                <pc2:cmMk id="{416C14AA-5B8D-42F4-BF6F-11B6A4BFAA31}"/>
              </pc2:cmMkLst>
            </pc226:cmChg>
          </p:ext>
        </pc:extLst>
      </pc:sldChg>
      <pc:sldChg chg="addSp delSp modSp mod modClrScheme chgLayout">
        <pc:chgData name="Decker, Margaret Vivian" userId="S::redacted-review-user-2::a6ed1fb4-b05f-4e02-a21c-07a213e6bbad" providerId="AD" clId="Web-{00000000-0000-0000-0000-000000000000}" dt="2026-09-15T14:03:27.559" v="152" actId="1076"/>
        <pc:sldMkLst>
          <pc:docMk/>
          <pc:sldMk cId="2438315955" sldId="257"/>
        </pc:sldMkLst>
        <pc:spChg chg="mod">
          <ac:chgData name="Decker, Margaret Vivian" userId="S::redacted-review-user-2::a6ed1fb4-b05f-4e02-a21c-07a213e6bbad" providerId="AD" clId="Web-{00000000-0000-0000-0000-000000000000}" dt="2026-09-15T14:03:00.902" v="145" actId="1076"/>
          <ac:spMkLst>
            <pc:docMk/>
            <pc:sldMk cId="2438315955" sldId="257"/>
            <ac:spMk id="2" creationId="{D85C8BE3-DE88-31E8-C3B1-122D580517C3}"/>
          </ac:spMkLst>
        </pc:spChg>
        <pc:spChg chg="mod">
          <ac:chgData name="Decker, Margaret Vivian" userId="S::redacted-review-user-2::a6ed1fb4-b05f-4e02-a21c-07a213e6bbad" providerId="AD" clId="Web-{00000000-0000-0000-0000-000000000000}" dt="2026-09-15T14:03:05.527" v="146" actId="1076"/>
          <ac:spMkLst>
            <pc:docMk/>
            <pc:sldMk cId="2438315955" sldId="257"/>
            <ac:spMk id="5" creationId="{76713A35-94F1-2F8A-15F8-4A59E5D845A8}"/>
          </ac:spMkLst>
        </pc:spChg>
        <pc:spChg chg="add mod">
          <ac:chgData name="Decker, Margaret Vivian" userId="S::redacted-review-user-2::a6ed1fb4-b05f-4e02-a21c-07a213e6bbad" providerId="AD" clId="Web-{00000000-0000-0000-0000-000000000000}" dt="2026-09-15T13:46:04.510" v="74" actId="20577"/>
          <ac:spMkLst>
            <pc:docMk/>
            <pc:sldMk cId="2438315955" sldId="257"/>
            <ac:spMk id="10" creationId="{577B6B22-856B-79E5-3C09-B43CF61E47A3}"/>
          </ac:spMkLst>
        </pc:spChg>
        <pc:spChg chg="add mod">
          <ac:chgData name="Decker, Margaret Vivian" userId="S::redacted-review-user-2::a6ed1fb4-b05f-4e02-a21c-07a213e6bbad" providerId="AD" clId="Web-{00000000-0000-0000-0000-000000000000}" dt="2026-09-15T13:41:38.776" v="16"/>
          <ac:spMkLst>
            <pc:docMk/>
            <pc:sldMk cId="2438315955" sldId="257"/>
            <ac:spMk id="12" creationId="{49153DD0-9B33-D06C-1632-73A67EE51A4C}"/>
          </ac:spMkLst>
        </pc:spChg>
        <pc:spChg chg="add mod">
          <ac:chgData name="Decker, Margaret Vivian" userId="S::redacted-review-user-2::a6ed1fb4-b05f-4e02-a21c-07a213e6bbad" providerId="AD" clId="Web-{00000000-0000-0000-0000-000000000000}" dt="2026-09-15T13:41:38.776" v="16"/>
          <ac:spMkLst>
            <pc:docMk/>
            <pc:sldMk cId="2438315955" sldId="257"/>
            <ac:spMk id="14" creationId="{0B5FA456-A505-423D-7130-2930E5FB3750}"/>
          </ac:spMkLst>
        </pc:spChg>
        <pc:picChg chg="add mod modCrop">
          <ac:chgData name="Decker, Margaret Vivian" userId="S::redacted-review-user-2::a6ed1fb4-b05f-4e02-a21c-07a213e6bbad" providerId="AD" clId="Web-{00000000-0000-0000-0000-000000000000}" dt="2026-09-15T14:03:27.559" v="152" actId="1076"/>
          <ac:picMkLst>
            <pc:docMk/>
            <pc:sldMk cId="2438315955" sldId="257"/>
            <ac:picMk id="3" creationId="{49DA9800-FDFF-3507-6CDB-4FE514918B05}"/>
          </ac:picMkLst>
        </pc:picChg>
      </pc:sldChg>
      <pc:sldChg chg="addSp modSp mod modClrScheme chgLayout">
        <pc:chgData name="Decker, Margaret Vivian" userId="S::redacted-review-user-2::a6ed1fb4-b05f-4e02-a21c-07a213e6bbad" providerId="AD" clId="Web-{00000000-0000-0000-0000-000000000000}" dt="2026-09-15T13:43:24.588" v="45" actId="14100"/>
        <pc:sldMkLst>
          <pc:docMk/>
          <pc:sldMk cId="3623978047" sldId="259"/>
        </pc:sldMkLst>
        <pc:spChg chg="mod">
          <ac:chgData name="Decker, Margaret Vivian" userId="S::redacted-review-user-2::a6ed1fb4-b05f-4e02-a21c-07a213e6bbad" providerId="AD" clId="Web-{00000000-0000-0000-0000-000000000000}" dt="2026-09-15T13:42:55.072" v="43"/>
          <ac:spMkLst>
            <pc:docMk/>
            <pc:sldMk cId="3623978047" sldId="259"/>
            <ac:spMk id="2" creationId="{CAE8D8D5-F4A5-8CA3-8965-4106C5909ED3}"/>
          </ac:spMkLst>
        </pc:spChg>
        <pc:spChg chg="mod">
          <ac:chgData name="Decker, Margaret Vivian" userId="S::redacted-review-user-2::a6ed1fb4-b05f-4e02-a21c-07a213e6bbad" providerId="AD" clId="Web-{00000000-0000-0000-0000-000000000000}" dt="2026-09-15T13:43:24.588" v="45" actId="14100"/>
          <ac:spMkLst>
            <pc:docMk/>
            <pc:sldMk cId="3623978047" sldId="259"/>
            <ac:spMk id="3" creationId="{80001414-7AE9-430A-EA3C-6DB59BEA2D7B}"/>
          </ac:spMkLst>
        </pc:spChg>
        <pc:spChg chg="add mod">
          <ac:chgData name="Decker, Margaret Vivian" userId="S::redacted-review-user-2::a6ed1fb4-b05f-4e02-a21c-07a213e6bbad" providerId="AD" clId="Web-{00000000-0000-0000-0000-000000000000}" dt="2026-09-15T13:42:55.072" v="43"/>
          <ac:spMkLst>
            <pc:docMk/>
            <pc:sldMk cId="3623978047" sldId="259"/>
            <ac:spMk id="10" creationId="{BC0B3272-1E77-A596-9406-1E298D855CF8}"/>
          </ac:spMkLst>
        </pc:spChg>
        <pc:spChg chg="add mod">
          <ac:chgData name="Decker, Margaret Vivian" userId="S::redacted-review-user-2::a6ed1fb4-b05f-4e02-a21c-07a213e6bbad" providerId="AD" clId="Web-{00000000-0000-0000-0000-000000000000}" dt="2026-09-15T13:42:55.072" v="43"/>
          <ac:spMkLst>
            <pc:docMk/>
            <pc:sldMk cId="3623978047" sldId="259"/>
            <ac:spMk id="12" creationId="{C056A14E-43ED-9708-0C9A-B06A2A8D36D9}"/>
          </ac:spMkLst>
        </pc:spChg>
      </pc:sldChg>
      <pc:sldChg chg="addSp delSp modSp mod modClrScheme chgLayout">
        <pc:chgData name="Decker, Margaret Vivian" userId="S::redacted-review-user-2::a6ed1fb4-b05f-4e02-a21c-07a213e6bbad" providerId="AD" clId="Web-{00000000-0000-0000-0000-000000000000}" dt="2026-09-15T14:18:24.060" v="318" actId="20577"/>
        <pc:sldMkLst>
          <pc:docMk/>
          <pc:sldMk cId="2679561018" sldId="260"/>
        </pc:sldMkLst>
        <pc:spChg chg="mod">
          <ac:chgData name="Decker, Margaret Vivian" userId="S::redacted-review-user-2::a6ed1fb4-b05f-4e02-a21c-07a213e6bbad" providerId="AD" clId="Web-{00000000-0000-0000-0000-000000000000}" dt="2026-09-15T13:44:59.104" v="53" actId="1076"/>
          <ac:spMkLst>
            <pc:docMk/>
            <pc:sldMk cId="2679561018" sldId="260"/>
            <ac:spMk id="2" creationId="{509BAF5F-D6D8-8AE1-9C23-19DC95DE93C2}"/>
          </ac:spMkLst>
        </pc:spChg>
        <pc:spChg chg="add mod">
          <ac:chgData name="Decker, Margaret Vivian" userId="S::redacted-review-user-2::a6ed1fb4-b05f-4e02-a21c-07a213e6bbad" providerId="AD" clId="Web-{00000000-0000-0000-0000-000000000000}" dt="2026-09-15T14:06:14.965" v="153" actId="1076"/>
          <ac:spMkLst>
            <pc:docMk/>
            <pc:sldMk cId="2679561018" sldId="260"/>
            <ac:spMk id="6" creationId="{1AB249A3-AFAE-4D5F-A933-7C954F065973}"/>
          </ac:spMkLst>
        </pc:spChg>
        <pc:spChg chg="add mod">
          <ac:chgData name="Decker, Margaret Vivian" userId="S::redacted-review-user-2::a6ed1fb4-b05f-4e02-a21c-07a213e6bbad" providerId="AD" clId="Web-{00000000-0000-0000-0000-000000000000}" dt="2026-09-15T13:44:11.760" v="46"/>
          <ac:spMkLst>
            <pc:docMk/>
            <pc:sldMk cId="2679561018" sldId="260"/>
            <ac:spMk id="12" creationId="{F8FAE12C-7FA7-CD61-49FA-28B85115B659}"/>
          </ac:spMkLst>
        </pc:spChg>
        <pc:spChg chg="add mod">
          <ac:chgData name="Decker, Margaret Vivian" userId="S::redacted-review-user-2::a6ed1fb4-b05f-4e02-a21c-07a213e6bbad" providerId="AD" clId="Web-{00000000-0000-0000-0000-000000000000}" dt="2026-09-15T13:44:11.760" v="46"/>
          <ac:spMkLst>
            <pc:docMk/>
            <pc:sldMk cId="2679561018" sldId="260"/>
            <ac:spMk id="14" creationId="{E6B365DE-9A62-C1DF-6A06-D5702DEEE5F2}"/>
          </ac:spMkLst>
        </pc:spChg>
        <pc:spChg chg="add mod">
          <ac:chgData name="Decker, Margaret Vivian" userId="S::redacted-review-user-2::a6ed1fb4-b05f-4e02-a21c-07a213e6bbad" providerId="AD" clId="Web-{00000000-0000-0000-0000-000000000000}" dt="2026-09-15T14:18:24.060" v="318" actId="20577"/>
          <ac:spMkLst>
            <pc:docMk/>
            <pc:sldMk cId="2679561018" sldId="260"/>
            <ac:spMk id="15" creationId="{01A32878-A4EB-4D8C-6EEB-8837254EA6A9}"/>
          </ac:spMkLst>
        </pc:spChg>
        <pc:spChg chg="add mod">
          <ac:chgData name="Decker, Margaret Vivian" userId="S::redacted-review-user-2::a6ed1fb4-b05f-4e02-a21c-07a213e6bbad" providerId="AD" clId="Web-{00000000-0000-0000-0000-000000000000}" dt="2026-09-15T13:44:27.869" v="48" actId="1076"/>
          <ac:spMkLst>
            <pc:docMk/>
            <pc:sldMk cId="2679561018" sldId="260"/>
            <ac:spMk id="16" creationId="{DDAE3699-F9C0-B3F5-8111-D67B7830EC3E}"/>
          </ac:spMkLst>
        </pc:spChg>
      </pc:sldChg>
      <pc:sldChg chg="addSp delSp modSp mod modClrScheme chgLayout">
        <pc:chgData name="Decker, Margaret Vivian" userId="S::redacted-review-user-2::a6ed1fb4-b05f-4e02-a21c-07a213e6bbad" providerId="AD" clId="Web-{00000000-0000-0000-0000-000000000000}" dt="2026-09-15T13:48:35.026" v="112" actId="1076"/>
        <pc:sldMkLst>
          <pc:docMk/>
          <pc:sldMk cId="2501626633" sldId="261"/>
        </pc:sldMkLst>
        <pc:spChg chg="mod ord">
          <ac:chgData name="Decker, Margaret Vivian" userId="S::redacted-review-user-2::a6ed1fb4-b05f-4e02-a21c-07a213e6bbad" providerId="AD" clId="Web-{00000000-0000-0000-0000-000000000000}" dt="2026-09-15T13:47:04.635" v="82" actId="1076"/>
          <ac:spMkLst>
            <pc:docMk/>
            <pc:sldMk cId="2501626633" sldId="261"/>
            <ac:spMk id="2" creationId="{910DAF3A-A63A-DFF2-8CE8-281BFBEE1C7A}"/>
          </ac:spMkLst>
        </pc:spChg>
        <pc:spChg chg="add mod">
          <ac:chgData name="Decker, Margaret Vivian" userId="S::redacted-review-user-2::a6ed1fb4-b05f-4e02-a21c-07a213e6bbad" providerId="AD" clId="Web-{00000000-0000-0000-0000-000000000000}" dt="2026-09-15T13:48:35.026" v="112" actId="1076"/>
          <ac:spMkLst>
            <pc:docMk/>
            <pc:sldMk cId="2501626633" sldId="261"/>
            <ac:spMk id="5" creationId="{418C4E6E-D04C-361E-7E81-4D5E721C2F36}"/>
          </ac:spMkLst>
        </pc:spChg>
        <pc:spChg chg="add mod">
          <ac:chgData name="Decker, Margaret Vivian" userId="S::redacted-review-user-2::a6ed1fb4-b05f-4e02-a21c-07a213e6bbad" providerId="AD" clId="Web-{00000000-0000-0000-0000-000000000000}" dt="2026-09-15T13:47:07.948" v="83" actId="14100"/>
          <ac:spMkLst>
            <pc:docMk/>
            <pc:sldMk cId="2501626633" sldId="261"/>
            <ac:spMk id="10" creationId="{03D6B2A0-2093-DED5-7276-AE9E0C9E7949}"/>
          </ac:spMkLst>
        </pc:spChg>
        <pc:spChg chg="add mod">
          <ac:chgData name="Decker, Margaret Vivian" userId="S::redacted-review-user-2::a6ed1fb4-b05f-4e02-a21c-07a213e6bbad" providerId="AD" clId="Web-{00000000-0000-0000-0000-000000000000}" dt="2026-09-15T13:46:45.463" v="79"/>
          <ac:spMkLst>
            <pc:docMk/>
            <pc:sldMk cId="2501626633" sldId="261"/>
            <ac:spMk id="14" creationId="{A855307F-E329-2564-A04B-8E09509DB634}"/>
          </ac:spMkLst>
        </pc:spChg>
        <pc:spChg chg="add mod">
          <ac:chgData name="Decker, Margaret Vivian" userId="S::redacted-review-user-2::a6ed1fb4-b05f-4e02-a21c-07a213e6bbad" providerId="AD" clId="Web-{00000000-0000-0000-0000-000000000000}" dt="2026-09-15T13:46:45.463" v="79"/>
          <ac:spMkLst>
            <pc:docMk/>
            <pc:sldMk cId="2501626633" sldId="261"/>
            <ac:spMk id="16" creationId="{00524DD2-07F7-70F5-9246-CD3419037B3F}"/>
          </ac:spMkLst>
        </pc:spChg>
      </pc:sldChg>
      <pc:sldChg chg="addSp delSp modSp mod modClrScheme chgLayout">
        <pc:chgData name="Decker, Margaret Vivian" userId="S::redacted-review-user-2::a6ed1fb4-b05f-4e02-a21c-07a213e6bbad" providerId="AD" clId="Web-{00000000-0000-0000-0000-000000000000}" dt="2026-09-15T13:49:48.823" v="123" actId="20577"/>
        <pc:sldMkLst>
          <pc:docMk/>
          <pc:sldMk cId="2419454555" sldId="262"/>
        </pc:sldMkLst>
        <pc:spChg chg="mod">
          <ac:chgData name="Decker, Margaret Vivian" userId="S::redacted-review-user-2::a6ed1fb4-b05f-4e02-a21c-07a213e6bbad" providerId="AD" clId="Web-{00000000-0000-0000-0000-000000000000}" dt="2026-09-15T13:49:48.823" v="123" actId="20577"/>
          <ac:spMkLst>
            <pc:docMk/>
            <pc:sldMk cId="2419454555" sldId="262"/>
            <ac:spMk id="2" creationId="{3310AFB2-6EDF-DCE0-2AFD-193610F27AF2}"/>
          </ac:spMkLst>
        </pc:spChg>
        <pc:spChg chg="add mod">
          <ac:chgData name="Decker, Margaret Vivian" userId="S::redacted-review-user-2::a6ed1fb4-b05f-4e02-a21c-07a213e6bbad" providerId="AD" clId="Web-{00000000-0000-0000-0000-000000000000}" dt="2026-09-15T13:48:46.526" v="114" actId="1076"/>
          <ac:spMkLst>
            <pc:docMk/>
            <pc:sldMk cId="2419454555" sldId="262"/>
            <ac:spMk id="5" creationId="{383DA8B2-8AC1-5F54-6781-41C3634CB2A0}"/>
          </ac:spMkLst>
        </pc:spChg>
        <pc:spChg chg="add mod">
          <ac:chgData name="Decker, Margaret Vivian" userId="S::redacted-review-user-2::a6ed1fb4-b05f-4e02-a21c-07a213e6bbad" providerId="AD" clId="Web-{00000000-0000-0000-0000-000000000000}" dt="2026-09-15T13:47:19.167" v="84"/>
          <ac:spMkLst>
            <pc:docMk/>
            <pc:sldMk cId="2419454555" sldId="262"/>
            <ac:spMk id="6" creationId="{AA068300-589A-718F-1F0E-3BAE3C81D83C}"/>
          </ac:spMkLst>
        </pc:spChg>
        <pc:spChg chg="add mod">
          <ac:chgData name="Decker, Margaret Vivian" userId="S::redacted-review-user-2::a6ed1fb4-b05f-4e02-a21c-07a213e6bbad" providerId="AD" clId="Web-{00000000-0000-0000-0000-000000000000}" dt="2026-09-15T13:47:19.167" v="84"/>
          <ac:spMkLst>
            <pc:docMk/>
            <pc:sldMk cId="2419454555" sldId="262"/>
            <ac:spMk id="7" creationId="{AAC51D7F-9FA7-15D0-4836-B43EA1650450}"/>
          </ac:spMkLst>
        </pc:spChg>
        <pc:spChg chg="add mod">
          <ac:chgData name="Decker, Margaret Vivian" userId="S::redacted-review-user-2::a6ed1fb4-b05f-4e02-a21c-07a213e6bbad" providerId="AD" clId="Web-{00000000-0000-0000-0000-000000000000}" dt="2026-09-15T13:47:19.167" v="84"/>
          <ac:spMkLst>
            <pc:docMk/>
            <pc:sldMk cId="2419454555" sldId="262"/>
            <ac:spMk id="9" creationId="{42BDC77E-2FFD-A84B-C8A3-DB9C554E8007}"/>
          </ac:spMkLst>
        </pc:spChg>
      </pc:sldChg>
      <pc:sldChg chg="addSp delSp modSp mod setBg modClrScheme chgLayout">
        <pc:chgData name="Decker, Margaret Vivian" userId="S::redacted-review-user-2::a6ed1fb4-b05f-4e02-a21c-07a213e6bbad" providerId="AD" clId="Web-{00000000-0000-0000-0000-000000000000}" dt="2026-09-15T13:49:41.104" v="121" actId="1076"/>
        <pc:sldMkLst>
          <pc:docMk/>
          <pc:sldMk cId="2361371186" sldId="264"/>
        </pc:sldMkLst>
        <pc:spChg chg="mod">
          <ac:chgData name="Decker, Margaret Vivian" userId="S::redacted-review-user-2::a6ed1fb4-b05f-4e02-a21c-07a213e6bbad" providerId="AD" clId="Web-{00000000-0000-0000-0000-000000000000}" dt="2026-09-15T13:49:41.104" v="121" actId="1076"/>
          <ac:spMkLst>
            <pc:docMk/>
            <pc:sldMk cId="2361371186" sldId="264"/>
            <ac:spMk id="2" creationId="{2CF55EC5-5C56-25EA-00CD-D8EAC2548CB3}"/>
          </ac:spMkLst>
        </pc:spChg>
        <pc:spChg chg="add mod">
          <ac:chgData name="Decker, Margaret Vivian" userId="S::redacted-review-user-2::a6ed1fb4-b05f-4e02-a21c-07a213e6bbad" providerId="AD" clId="Web-{00000000-0000-0000-0000-000000000000}" dt="2026-09-15T13:49:03.417" v="117"/>
          <ac:spMkLst>
            <pc:docMk/>
            <pc:sldMk cId="2361371186" sldId="264"/>
            <ac:spMk id="16" creationId="{3CEEF411-CFCA-D629-C85C-0E370B7DF23C}"/>
          </ac:spMkLst>
        </pc:spChg>
        <pc:spChg chg="add mod">
          <ac:chgData name="Decker, Margaret Vivian" userId="S::redacted-review-user-2::a6ed1fb4-b05f-4e02-a21c-07a213e6bbad" providerId="AD" clId="Web-{00000000-0000-0000-0000-000000000000}" dt="2026-09-15T13:49:03.417" v="117"/>
          <ac:spMkLst>
            <pc:docMk/>
            <pc:sldMk cId="2361371186" sldId="264"/>
            <ac:spMk id="17" creationId="{9D2077E2-BE72-5F60-826D-9E7B03421E33}"/>
          </ac:spMkLst>
        </pc:spChg>
        <pc:spChg chg="add mod">
          <ac:chgData name="Decker, Margaret Vivian" userId="S::redacted-review-user-2::a6ed1fb4-b05f-4e02-a21c-07a213e6bbad" providerId="AD" clId="Web-{00000000-0000-0000-0000-000000000000}" dt="2026-09-15T13:49:03.417" v="117"/>
          <ac:spMkLst>
            <pc:docMk/>
            <pc:sldMk cId="2361371186" sldId="264"/>
            <ac:spMk id="18" creationId="{EF48E436-C55B-934F-2F8A-64A873C8EF89}"/>
          </ac:spMkLst>
        </pc:spChg>
      </pc:sldChg>
    </pc:docChg>
  </pc:docChgLst>
  <pc:docChgLst>
    <pc:chgData name="Abdukadirova, Sabrina" userId="S::redacted-review-user-4::895b9d63-d7fa-444b-b9be-86a549d9ceb9" providerId="AD" clId="Web-{451AC2FD-8BC1-39C7-AAEB-BE3410B3EB3A}"/>
    <pc:docChg chg="modSld">
      <pc:chgData name="Abdukadirova, Sabrina" userId="S::redacted-review-user-4::895b9d63-d7fa-444b-b9be-86a549d9ceb9" providerId="AD" clId="Web-{451AC2FD-8BC1-39C7-AAEB-BE3410B3EB3A}" dt="2026-09-15T14:11:55.109" v="668" actId="20577"/>
      <pc:docMkLst>
        <pc:docMk/>
      </pc:docMkLst>
      <pc:sldChg chg="addSp modSp">
        <pc:chgData name="Abdukadirova, Sabrina" userId="S::redacted-review-user-4::895b9d63-d7fa-444b-b9be-86a549d9ceb9" providerId="AD" clId="Web-{451AC2FD-8BC1-39C7-AAEB-BE3410B3EB3A}" dt="2026-09-15T14:11:55.109" v="668" actId="20577"/>
        <pc:sldMkLst>
          <pc:docMk/>
          <pc:sldMk cId="2419454555" sldId="262"/>
        </pc:sldMkLst>
        <pc:spChg chg="add mod">
          <ac:chgData name="Abdukadirova, Sabrina" userId="S::redacted-review-user-4::895b9d63-d7fa-444b-b9be-86a549d9ceb9" providerId="AD" clId="Web-{451AC2FD-8BC1-39C7-AAEB-BE3410B3EB3A}" dt="2026-09-15T14:11:55.109" v="668" actId="20577"/>
          <ac:spMkLst>
            <pc:docMk/>
            <pc:sldMk cId="2419454555" sldId="262"/>
            <ac:spMk id="3" creationId="{A61EA6EC-B744-C023-1126-1DC76B38A747}"/>
          </ac:spMkLst>
        </pc:spChg>
      </pc:sldChg>
    </pc:docChg>
  </pc:docChgLst>
  <pc:docChgLst>
    <pc:chgData name="Alavez Reyes, Jonathan Eveth" userId="S::redacted-review-user-3::ab4d1f50-bdf4-404d-b482-fffaebbbdbdb" providerId="AD" clId="Web-{0A2EF8C4-888E-B887-B25A-3A9A3D034FD2}"/>
    <pc:docChg chg="modSld">
      <pc:chgData name="Alavez Reyes, Jonathan Eveth" userId="S::redacted-review-user-3::ab4d1f50-bdf4-404d-b482-fffaebbbdbdb" providerId="AD" clId="Web-{0A2EF8C4-888E-B887-B25A-3A9A3D034FD2}" dt="2026-09-22T19:51:22.306" v="27" actId="1076"/>
      <pc:docMkLst>
        <pc:docMk/>
      </pc:docMkLst>
      <pc:sldChg chg="modSp">
        <pc:chgData name="Alavez Reyes, Jonathan Eveth" userId="S::redacted-review-user-3::ab4d1f50-bdf4-404d-b482-fffaebbbdbdb" providerId="AD" clId="Web-{0A2EF8C4-888E-B887-B25A-3A9A3D034FD2}" dt="2026-09-17T19:35:29.157" v="1" actId="1076"/>
        <pc:sldMkLst>
          <pc:docMk/>
          <pc:sldMk cId="2005350230" sldId="258"/>
        </pc:sldMkLst>
        <pc:picChg chg="mod">
          <ac:chgData name="Alavez Reyes, Jonathan Eveth" userId="S::redacted-review-user-3::ab4d1f50-bdf4-404d-b482-fffaebbbdbdb" providerId="AD" clId="Web-{0A2EF8C4-888E-B887-B25A-3A9A3D034FD2}" dt="2026-09-17T19:35:29.157" v="1" actId="1076"/>
          <ac:picMkLst>
            <pc:docMk/>
            <pc:sldMk cId="2005350230" sldId="258"/>
            <ac:picMk id="6" creationId="{8CBAC6BA-4107-C91F-74FE-EC67E5392FDB}"/>
          </ac:picMkLst>
        </pc:picChg>
      </pc:sldChg>
      <pc:sldChg chg="addSp delSp modSp">
        <pc:chgData name="Alavez Reyes, Jonathan Eveth" userId="S::redacted-review-user-3::ab4d1f50-bdf4-404d-b482-fffaebbbdbdb" providerId="AD" clId="Web-{0A2EF8C4-888E-B887-B25A-3A9A3D034FD2}" dt="2026-09-22T19:51:22.306" v="27" actId="1076"/>
        <pc:sldMkLst>
          <pc:docMk/>
          <pc:sldMk cId="3623978047" sldId="259"/>
        </pc:sldMkLst>
        <pc:spChg chg="mod">
          <ac:chgData name="Alavez Reyes, Jonathan Eveth" userId="S::redacted-review-user-3::ab4d1f50-bdf4-404d-b482-fffaebbbdbdb" providerId="AD" clId="Web-{0A2EF8C4-888E-B887-B25A-3A9A3D034FD2}" dt="2026-09-21T20:24:32.765" v="16" actId="20577"/>
          <ac:spMkLst>
            <pc:docMk/>
            <pc:sldMk cId="3623978047" sldId="259"/>
            <ac:spMk id="3" creationId="{80001414-7AE9-430A-EA3C-6DB59BEA2D7B}"/>
          </ac:spMkLst>
        </pc:spChg>
        <pc:spChg chg="add mod">
          <ac:chgData name="Alavez Reyes, Jonathan Eveth" userId="S::redacted-review-user-3::ab4d1f50-bdf4-404d-b482-fffaebbbdbdb" providerId="AD" clId="Web-{0A2EF8C4-888E-B887-B25A-3A9A3D034FD2}" dt="2026-09-22T19:51:22.306" v="27" actId="1076"/>
          <ac:spMkLst>
            <pc:docMk/>
            <pc:sldMk cId="3623978047" sldId="259"/>
            <ac:spMk id="6" creationId="{E01CC187-B129-056D-E0D2-A7ECEDA9FDCD}"/>
          </ac:spMkLst>
        </pc:spChg>
        <pc:spChg chg="add del">
          <ac:chgData name="Alavez Reyes, Jonathan Eveth" userId="S::redacted-review-user-3::ab4d1f50-bdf4-404d-b482-fffaebbbdbdb" providerId="AD" clId="Web-{0A2EF8C4-888E-B887-B25A-3A9A3D034FD2}" dt="2026-09-22T19:51:04.149" v="19"/>
          <ac:spMkLst>
            <pc:docMk/>
            <pc:sldMk cId="3623978047" sldId="259"/>
            <ac:spMk id="8" creationId="{93188F1D-9787-9653-598D-16C8CF56D5AF}"/>
          </ac:spMkLst>
        </pc:spChg>
      </pc:sldChg>
    </pc:docChg>
  </pc:docChgLst>
  <pc:docChgLst>
    <pc:chgData name="Aji, Liya Sara" userId="S::redacted-review-user-1::e86f5d4b-b961-4ce0-a944-be6ba4348cea" providerId="AD" clId="Web-{1E2D5B39-5BB5-F052-ADC1-7A01987D0F28}"/>
    <pc:docChg chg="modSld">
      <pc:chgData name="Aji, Liya Sara" userId="S::redacted-review-user-1::e86f5d4b-b961-4ce0-a944-be6ba4348cea" providerId="AD" clId="Web-{1E2D5B39-5BB5-F052-ADC1-7A01987D0F28}" dt="2026-09-17T16:02:56.689" v="1583"/>
      <pc:docMkLst>
        <pc:docMk/>
      </pc:docMkLst>
      <pc:sldChg chg="modNotes">
        <pc:chgData name="Aji, Liya Sara" userId="S::redacted-review-user-1::e86f5d4b-b961-4ce0-a944-be6ba4348cea" providerId="AD" clId="Web-{1E2D5B39-5BB5-F052-ADC1-7A01987D0F28}" dt="2026-09-17T16:02:56.689" v="1583"/>
        <pc:sldMkLst>
          <pc:docMk/>
          <pc:sldMk cId="2005350230" sldId="258"/>
        </pc:sldMkLst>
      </pc:sldChg>
    </pc:docChg>
  </pc:docChgLst>
  <pc:docChgLst>
    <pc:chgData name="Aji, Liya Sara" userId="S::redacted-review-user-1::e86f5d4b-b961-4ce0-a944-be6ba4348cea" providerId="AD" clId="Web-{A318C137-9545-C87E-E32D-F4ABB0F41EA0}"/>
    <pc:docChg chg="addSld modSld">
      <pc:chgData name="Aji, Liya Sara" userId="S::redacted-review-user-1::e86f5d4b-b961-4ce0-a944-be6ba4348cea" providerId="AD" clId="Web-{A318C137-9545-C87E-E32D-F4ABB0F41EA0}" dt="2026-09-15T14:15:06.528" v="425" actId="20577"/>
      <pc:docMkLst>
        <pc:docMk/>
      </pc:docMkLst>
      <pc:sldChg chg="modSp modCm">
        <pc:chgData name="Aji, Liya Sara" userId="S::redacted-review-user-1::e86f5d4b-b961-4ce0-a944-be6ba4348cea" providerId="AD" clId="Web-{A318C137-9545-C87E-E32D-F4ABB0F41EA0}" dt="2026-09-15T14:15:06.528" v="425" actId="20577"/>
        <pc:sldMkLst>
          <pc:docMk/>
          <pc:sldMk cId="109857222" sldId="256"/>
        </pc:sldMkLst>
        <pc:spChg chg="mod">
          <ac:chgData name="Aji, Liya Sara" userId="S::redacted-review-user-1::e86f5d4b-b961-4ce0-a944-be6ba4348cea" providerId="AD" clId="Web-{A318C137-9545-C87E-E32D-F4ABB0F41EA0}" dt="2026-09-15T14:15:06.528" v="425" actId="20577"/>
          <ac:spMkLst>
            <pc:docMk/>
            <pc:sldMk cId="109857222" sldId="256"/>
            <ac:spMk id="2" creationId="{00000000-0000-0000-0000-000000000000}"/>
          </ac:spMkLst>
        </pc:spChg>
        <pc:spChg chg="mod">
          <ac:chgData name="Aji, Liya Sara" userId="S::redacted-review-user-1::e86f5d4b-b961-4ce0-a944-be6ba4348cea" providerId="AD" clId="Web-{A318C137-9545-C87E-E32D-F4ABB0F41EA0}" dt="2026-09-15T13:27:18.744" v="35" actId="20577"/>
          <ac:spMkLst>
            <pc:docMk/>
            <pc:sldMk cId="109857222" sldId="256"/>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Aji, Liya Sara" userId="S::redacted-review-user-1::e86f5d4b-b961-4ce0-a944-be6ba4348cea" providerId="AD" clId="Web-{A318C137-9545-C87E-E32D-F4ABB0F41EA0}" dt="2026-09-15T14:15:06.528" v="425" actId="20577"/>
              <pc2:cmMkLst xmlns:pc2="http://schemas.microsoft.com/office/powerpoint/2019/9/main/command">
                <pc:docMk/>
                <pc:sldMk cId="109857222" sldId="256"/>
                <pc2:cmMk id="{416C14AA-5B8D-42F4-BF6F-11B6A4BFAA31}"/>
              </pc2:cmMkLst>
            </pc226:cmChg>
          </p:ext>
        </pc:extLst>
      </pc:sldChg>
      <pc:sldChg chg="addSp modSp mod modClrScheme chgLayout modNotes">
        <pc:chgData name="Aji, Liya Sara" userId="S::redacted-review-user-1::e86f5d4b-b961-4ce0-a944-be6ba4348cea" providerId="AD" clId="Web-{A318C137-9545-C87E-E32D-F4ABB0F41EA0}" dt="2026-09-15T14:05:03.317" v="390" actId="1076"/>
        <pc:sldMkLst>
          <pc:docMk/>
          <pc:sldMk cId="2438315955" sldId="257"/>
        </pc:sldMkLst>
        <pc:spChg chg="mod">
          <ac:chgData name="Aji, Liya Sara" userId="S::redacted-review-user-1::e86f5d4b-b961-4ce0-a944-be6ba4348cea" providerId="AD" clId="Web-{A318C137-9545-C87E-E32D-F4ABB0F41EA0}" dt="2026-09-15T14:01:43.497" v="368"/>
          <ac:spMkLst>
            <pc:docMk/>
            <pc:sldMk cId="2438315955" sldId="257"/>
            <ac:spMk id="2" creationId="{D85C8BE3-DE88-31E8-C3B1-122D580517C3}"/>
          </ac:spMkLst>
        </pc:spChg>
        <pc:spChg chg="add mod ord">
          <ac:chgData name="Aji, Liya Sara" userId="S::redacted-review-user-1::e86f5d4b-b961-4ce0-a944-be6ba4348cea" providerId="AD" clId="Web-{A318C137-9545-C87E-E32D-F4ABB0F41EA0}" dt="2026-09-15T14:02:32.764" v="382"/>
          <ac:spMkLst>
            <pc:docMk/>
            <pc:sldMk cId="2438315955" sldId="257"/>
            <ac:spMk id="5" creationId="{76713A35-94F1-2F8A-15F8-4A59E5D845A8}"/>
          </ac:spMkLst>
        </pc:spChg>
        <pc:spChg chg="mod">
          <ac:chgData name="Aji, Liya Sara" userId="S::redacted-review-user-1::e86f5d4b-b961-4ce0-a944-be6ba4348cea" providerId="AD" clId="Web-{A318C137-9545-C87E-E32D-F4ABB0F41EA0}" dt="2026-09-15T14:05:03.317" v="390" actId="1076"/>
          <ac:spMkLst>
            <pc:docMk/>
            <pc:sldMk cId="2438315955" sldId="257"/>
            <ac:spMk id="10" creationId="{577B6B22-856B-79E5-3C09-B43CF61E47A3}"/>
          </ac:spMkLst>
        </pc:spChg>
        <pc:spChg chg="mod">
          <ac:chgData name="Aji, Liya Sara" userId="S::redacted-review-user-1::e86f5d4b-b961-4ce0-a944-be6ba4348cea" providerId="AD" clId="Web-{A318C137-9545-C87E-E32D-F4ABB0F41EA0}" dt="2026-09-15T14:01:43.497" v="368"/>
          <ac:spMkLst>
            <pc:docMk/>
            <pc:sldMk cId="2438315955" sldId="257"/>
            <ac:spMk id="12" creationId="{49153DD0-9B33-D06C-1632-73A67EE51A4C}"/>
          </ac:spMkLst>
        </pc:spChg>
        <pc:spChg chg="mod">
          <ac:chgData name="Aji, Liya Sara" userId="S::redacted-review-user-1::e86f5d4b-b961-4ce0-a944-be6ba4348cea" providerId="AD" clId="Web-{A318C137-9545-C87E-E32D-F4ABB0F41EA0}" dt="2026-09-15T14:01:43.497" v="368"/>
          <ac:spMkLst>
            <pc:docMk/>
            <pc:sldMk cId="2438315955" sldId="257"/>
            <ac:spMk id="14" creationId="{0B5FA456-A505-423D-7130-2930E5FB3750}"/>
          </ac:spMkLst>
        </pc:spChg>
        <pc:picChg chg="mod ord">
          <ac:chgData name="Aji, Liya Sara" userId="S::redacted-review-user-1::e86f5d4b-b961-4ce0-a944-be6ba4348cea" providerId="AD" clId="Web-{A318C137-9545-C87E-E32D-F4ABB0F41EA0}" dt="2026-09-15T14:02:32.764" v="382"/>
          <ac:picMkLst>
            <pc:docMk/>
            <pc:sldMk cId="2438315955" sldId="257"/>
            <ac:picMk id="3" creationId="{49DA9800-FDFF-3507-6CDB-4FE514918B05}"/>
          </ac:picMkLst>
        </pc:picChg>
      </pc:sldChg>
      <pc:sldChg chg="addSp delSp modSp mod modClrScheme chgLayout modNotes">
        <pc:chgData name="Aji, Liya Sara" userId="S::redacted-review-user-1::e86f5d4b-b961-4ce0-a944-be6ba4348cea" providerId="AD" clId="Web-{A318C137-9545-C87E-E32D-F4ABB0F41EA0}" dt="2026-09-15T14:05:36.412" v="394" actId="1076"/>
        <pc:sldMkLst>
          <pc:docMk/>
          <pc:sldMk cId="2005350230" sldId="258"/>
        </pc:sldMkLst>
        <pc:spChg chg="mod ord">
          <ac:chgData name="Aji, Liya Sara" userId="S::redacted-review-user-1::e86f5d4b-b961-4ce0-a944-be6ba4348cea" providerId="AD" clId="Web-{A318C137-9545-C87E-E32D-F4ABB0F41EA0}" dt="2026-09-15T13:54:39.480" v="233" actId="1076"/>
          <ac:spMkLst>
            <pc:docMk/>
            <pc:sldMk cId="2005350230" sldId="258"/>
            <ac:spMk id="2" creationId="{604C12D8-7383-E58F-886B-52F0DC5EFFAE}"/>
          </ac:spMkLst>
        </pc:spChg>
        <pc:spChg chg="add mod ord">
          <ac:chgData name="Aji, Liya Sara" userId="S::redacted-review-user-1::e86f5d4b-b961-4ce0-a944-be6ba4348cea" providerId="AD" clId="Web-{A318C137-9545-C87E-E32D-F4ABB0F41EA0}" dt="2026-09-15T13:54:40.777" v="234" actId="1076"/>
          <ac:spMkLst>
            <pc:docMk/>
            <pc:sldMk cId="2005350230" sldId="258"/>
            <ac:spMk id="7" creationId="{8468564F-DF32-4797-8201-5126536CFCD5}"/>
          </ac:spMkLst>
        </pc:spChg>
        <pc:spChg chg="add mod">
          <ac:chgData name="Aji, Liya Sara" userId="S::redacted-review-user-1::e86f5d4b-b961-4ce0-a944-be6ba4348cea" providerId="AD" clId="Web-{A318C137-9545-C87E-E32D-F4ABB0F41EA0}" dt="2026-09-15T14:05:36.412" v="394" actId="1076"/>
          <ac:spMkLst>
            <pc:docMk/>
            <pc:sldMk cId="2005350230" sldId="258"/>
            <ac:spMk id="9" creationId="{E50CDB4F-9691-62FD-FF5B-0855DB5E2D16}"/>
          </ac:spMkLst>
        </pc:spChg>
        <pc:spChg chg="add mod">
          <ac:chgData name="Aji, Liya Sara" userId="S::redacted-review-user-1::e86f5d4b-b961-4ce0-a944-be6ba4348cea" providerId="AD" clId="Web-{A318C137-9545-C87E-E32D-F4ABB0F41EA0}" dt="2026-09-15T13:54:07.885" v="224"/>
          <ac:spMkLst>
            <pc:docMk/>
            <pc:sldMk cId="2005350230" sldId="258"/>
            <ac:spMk id="11" creationId="{3EABA465-DC82-2057-83C3-834BDBF61FF7}"/>
          </ac:spMkLst>
        </pc:spChg>
        <pc:spChg chg="add mod">
          <ac:chgData name="Aji, Liya Sara" userId="S::redacted-review-user-1::e86f5d4b-b961-4ce0-a944-be6ba4348cea" providerId="AD" clId="Web-{A318C137-9545-C87E-E32D-F4ABB0F41EA0}" dt="2026-09-15T13:54:07.885" v="224"/>
          <ac:spMkLst>
            <pc:docMk/>
            <pc:sldMk cId="2005350230" sldId="258"/>
            <ac:spMk id="13" creationId="{B7FA2853-E863-8BFA-89E0-078F6A60F378}"/>
          </ac:spMkLst>
        </pc:spChg>
        <pc:spChg chg="add mod">
          <ac:chgData name="Aji, Liya Sara" userId="S::redacted-review-user-1::e86f5d4b-b961-4ce0-a944-be6ba4348cea" providerId="AD" clId="Web-{A318C137-9545-C87E-E32D-F4ABB0F41EA0}" dt="2026-09-15T13:54:07.885" v="224"/>
          <ac:spMkLst>
            <pc:docMk/>
            <pc:sldMk cId="2005350230" sldId="258"/>
            <ac:spMk id="15" creationId="{51D3570D-FE2B-A09C-EABD-ADFDC5529F45}"/>
          </ac:spMkLst>
        </pc:spChg>
        <pc:picChg chg="add mod ord">
          <ac:chgData name="Aji, Liya Sara" userId="S::redacted-review-user-1::e86f5d4b-b961-4ce0-a944-be6ba4348cea" providerId="AD" clId="Web-{A318C137-9545-C87E-E32D-F4ABB0F41EA0}" dt="2026-09-15T13:42:31.842" v="85"/>
          <ac:picMkLst>
            <pc:docMk/>
            <pc:sldMk cId="2005350230" sldId="258"/>
            <ac:picMk id="6" creationId="{8CBAC6BA-4107-C91F-74FE-EC67E5392FDB}"/>
          </ac:picMkLst>
        </pc:picChg>
      </pc:sldChg>
      <pc:sldChg chg="modSp">
        <pc:chgData name="Aji, Liya Sara" userId="S::redacted-review-user-1::e86f5d4b-b961-4ce0-a944-be6ba4348cea" providerId="AD" clId="Web-{A318C137-9545-C87E-E32D-F4ABB0F41EA0}" dt="2026-09-15T13:25:52.585" v="30" actId="20577"/>
        <pc:sldMkLst>
          <pc:docMk/>
          <pc:sldMk cId="3623978047" sldId="259"/>
        </pc:sldMkLst>
        <pc:spChg chg="mod">
          <ac:chgData name="Aji, Liya Sara" userId="S::redacted-review-user-1::e86f5d4b-b961-4ce0-a944-be6ba4348cea" providerId="AD" clId="Web-{A318C137-9545-C87E-E32D-F4ABB0F41EA0}" dt="2026-09-15T13:25:52.585" v="30" actId="20577"/>
          <ac:spMkLst>
            <pc:docMk/>
            <pc:sldMk cId="3623978047" sldId="259"/>
            <ac:spMk id="2" creationId="{CAE8D8D5-F4A5-8CA3-8965-4106C5909ED3}"/>
          </ac:spMkLst>
        </pc:spChg>
      </pc:sldChg>
      <pc:sldChg chg="modSp">
        <pc:chgData name="Aji, Liya Sara" userId="S::redacted-review-user-1::e86f5d4b-b961-4ce0-a944-be6ba4348cea" providerId="AD" clId="Web-{A318C137-9545-C87E-E32D-F4ABB0F41EA0}" dt="2026-09-15T13:25:56.897" v="31" actId="20577"/>
        <pc:sldMkLst>
          <pc:docMk/>
          <pc:sldMk cId="2679561018" sldId="260"/>
        </pc:sldMkLst>
        <pc:spChg chg="mod">
          <ac:chgData name="Aji, Liya Sara" userId="S::redacted-review-user-1::e86f5d4b-b961-4ce0-a944-be6ba4348cea" providerId="AD" clId="Web-{A318C137-9545-C87E-E32D-F4ABB0F41EA0}" dt="2026-09-15T13:25:56.897" v="31" actId="20577"/>
          <ac:spMkLst>
            <pc:docMk/>
            <pc:sldMk cId="2679561018" sldId="260"/>
            <ac:spMk id="2" creationId="{509BAF5F-D6D8-8AE1-9C23-19DC95DE93C2}"/>
          </ac:spMkLst>
        </pc:spChg>
      </pc:sldChg>
      <pc:sldChg chg="modSp">
        <pc:chgData name="Aji, Liya Sara" userId="S::redacted-review-user-1::e86f5d4b-b961-4ce0-a944-be6ba4348cea" providerId="AD" clId="Web-{A318C137-9545-C87E-E32D-F4ABB0F41EA0}" dt="2026-09-15T13:26:01.023" v="32" actId="20577"/>
        <pc:sldMkLst>
          <pc:docMk/>
          <pc:sldMk cId="2501626633" sldId="261"/>
        </pc:sldMkLst>
        <pc:spChg chg="mod">
          <ac:chgData name="Aji, Liya Sara" userId="S::redacted-review-user-1::e86f5d4b-b961-4ce0-a944-be6ba4348cea" providerId="AD" clId="Web-{A318C137-9545-C87E-E32D-F4ABB0F41EA0}" dt="2026-09-15T13:26:01.023" v="32" actId="20577"/>
          <ac:spMkLst>
            <pc:docMk/>
            <pc:sldMk cId="2501626633" sldId="261"/>
            <ac:spMk id="2" creationId="{910DAF3A-A63A-DFF2-8CE8-281BFBEE1C7A}"/>
          </ac:spMkLst>
        </pc:spChg>
      </pc:sldChg>
      <pc:sldChg chg="modSp">
        <pc:chgData name="Aji, Liya Sara" userId="S::redacted-review-user-1::e86f5d4b-b961-4ce0-a944-be6ba4348cea" providerId="AD" clId="Web-{A318C137-9545-C87E-E32D-F4ABB0F41EA0}" dt="2026-09-15T13:26:04.210" v="33" actId="20577"/>
        <pc:sldMkLst>
          <pc:docMk/>
          <pc:sldMk cId="2419454555" sldId="262"/>
        </pc:sldMkLst>
        <pc:spChg chg="mod">
          <ac:chgData name="Aji, Liya Sara" userId="S::redacted-review-user-1::e86f5d4b-b961-4ce0-a944-be6ba4348cea" providerId="AD" clId="Web-{A318C137-9545-C87E-E32D-F4ABB0F41EA0}" dt="2026-09-15T13:26:04.210" v="33" actId="20577"/>
          <ac:spMkLst>
            <pc:docMk/>
            <pc:sldMk cId="2419454555" sldId="262"/>
            <ac:spMk id="2" creationId="{3310AFB2-6EDF-DCE0-2AFD-193610F27AF2}"/>
          </ac:spMkLst>
        </pc:spChg>
      </pc:sldChg>
      <pc:sldChg chg="addSp delSp modSp">
        <pc:chgData name="Aji, Liya Sara" userId="S::redacted-review-user-1::e86f5d4b-b961-4ce0-a944-be6ba4348cea" providerId="AD" clId="Web-{A318C137-9545-C87E-E32D-F4ABB0F41EA0}" dt="2026-09-15T14:10:19.626" v="395" actId="20577"/>
        <pc:sldMkLst>
          <pc:docMk/>
          <pc:sldMk cId="2361371186" sldId="264"/>
        </pc:sldMkLst>
        <pc:spChg chg="mod">
          <ac:chgData name="Aji, Liya Sara" userId="S::redacted-review-user-1::e86f5d4b-b961-4ce0-a944-be6ba4348cea" providerId="AD" clId="Web-{A318C137-9545-C87E-E32D-F4ABB0F41EA0}" dt="2026-09-15T13:26:18.945" v="34" actId="20577"/>
          <ac:spMkLst>
            <pc:docMk/>
            <pc:sldMk cId="2361371186" sldId="264"/>
            <ac:spMk id="2" creationId="{2CF55EC5-5C56-25EA-00CD-D8EAC2548CB3}"/>
          </ac:spMkLst>
        </pc:spChg>
        <pc:spChg chg="add mod">
          <ac:chgData name="Aji, Liya Sara" userId="S::redacted-review-user-1::e86f5d4b-b961-4ce0-a944-be6ba4348cea" providerId="AD" clId="Web-{A318C137-9545-C87E-E32D-F4ABB0F41EA0}" dt="2026-09-15T14:10:19.626" v="395" actId="20577"/>
          <ac:spMkLst>
            <pc:docMk/>
            <pc:sldMk cId="2361371186" sldId="264"/>
            <ac:spMk id="5" creationId="{93F7B853-5A6C-535C-0AAA-F1AAF36EE9D6}"/>
          </ac:spMkLst>
        </pc:spChg>
      </pc:sldChg>
      <pc:sldChg chg="addSp delSp modSp new mod modClrScheme chgLayout">
        <pc:chgData name="Aji, Liya Sara" userId="S::redacted-review-user-1::e86f5d4b-b961-4ce0-a944-be6ba4348cea" providerId="AD" clId="Web-{A318C137-9545-C87E-E32D-F4ABB0F41EA0}" dt="2026-09-15T13:55:13.325" v="237"/>
        <pc:sldMkLst>
          <pc:docMk/>
          <pc:sldMk cId="532267780" sldId="265"/>
        </pc:sldMkLst>
        <pc:spChg chg="mod">
          <ac:chgData name="Aji, Liya Sara" userId="S::redacted-review-user-1::e86f5d4b-b961-4ce0-a944-be6ba4348cea" providerId="AD" clId="Web-{A318C137-9545-C87E-E32D-F4ABB0F41EA0}" dt="2026-09-15T13:39:42.554" v="73"/>
          <ac:spMkLst>
            <pc:docMk/>
            <pc:sldMk cId="532267780" sldId="265"/>
            <ac:spMk id="2" creationId="{D215395D-AB82-52CF-DD7B-5265E3CFE5E9}"/>
          </ac:spMkLst>
        </pc:spChg>
        <pc:spChg chg="add mod">
          <ac:chgData name="Aji, Liya Sara" userId="S::redacted-review-user-1::e86f5d4b-b961-4ce0-a944-be6ba4348cea" providerId="AD" clId="Web-{A318C137-9545-C87E-E32D-F4ABB0F41EA0}" dt="2026-09-15T13:39:42.554" v="73"/>
          <ac:spMkLst>
            <pc:docMk/>
            <pc:sldMk cId="532267780" sldId="265"/>
            <ac:spMk id="20" creationId="{12D0F9E9-116D-EC0F-B0A1-B455D54A9405}"/>
          </ac:spMkLst>
        </pc:spChg>
        <pc:spChg chg="add mod">
          <ac:chgData name="Aji, Liya Sara" userId="S::redacted-review-user-1::e86f5d4b-b961-4ce0-a944-be6ba4348cea" providerId="AD" clId="Web-{A318C137-9545-C87E-E32D-F4ABB0F41EA0}" dt="2026-09-15T13:39:42.554" v="73"/>
          <ac:spMkLst>
            <pc:docMk/>
            <pc:sldMk cId="532267780" sldId="265"/>
            <ac:spMk id="21" creationId="{918AC5BA-4C79-CE04-C4AB-54BCE0B0699D}"/>
          </ac:spMkLst>
        </pc:spChg>
        <pc:spChg chg="add mod">
          <ac:chgData name="Aji, Liya Sara" userId="S::redacted-review-user-1::e86f5d4b-b961-4ce0-a944-be6ba4348cea" providerId="AD" clId="Web-{A318C137-9545-C87E-E32D-F4ABB0F41EA0}" dt="2026-09-15T13:39:42.554" v="73"/>
          <ac:spMkLst>
            <pc:docMk/>
            <pc:sldMk cId="532267780" sldId="265"/>
            <ac:spMk id="22" creationId="{5A831A14-5716-270F-CD30-548D9067A122}"/>
          </ac:spMkLst>
        </pc:spChg>
        <pc:graphicFrameChg chg="add mod modGraphic">
          <ac:chgData name="Aji, Liya Sara" userId="S::redacted-review-user-1::e86f5d4b-b961-4ce0-a944-be6ba4348cea" providerId="AD" clId="Web-{A318C137-9545-C87E-E32D-F4ABB0F41EA0}" dt="2026-09-15T13:55:13.325" v="237"/>
          <ac:graphicFrameMkLst>
            <pc:docMk/>
            <pc:sldMk cId="532267780" sldId="265"/>
            <ac:graphicFrameMk id="5" creationId="{F441FF9A-AD99-994A-D55E-A867B418B926}"/>
          </ac:graphicFrameMkLst>
        </pc:graphicFrameChg>
      </pc:sldChg>
    </pc:docChg>
  </pc:docChgLst>
  <pc:docChgLst>
    <pc:chgData name="Decker, Margaret Vivian" userId="S::redacted-review-user-2::a6ed1fb4-b05f-4e02-a21c-07a213e6bbad" providerId="AD" clId="Web-{1FC83EB3-54FD-9027-F743-10ABCF6F128C}"/>
    <pc:docChg chg="modSld">
      <pc:chgData name="Decker, Margaret Vivian" userId="S::redacted-review-user-2::a6ed1fb4-b05f-4e02-a21c-07a213e6bbad" providerId="AD" clId="Web-{1FC83EB3-54FD-9027-F743-10ABCF6F128C}" dt="2026-09-17T19:46:09.135" v="51" actId="1076"/>
      <pc:docMkLst>
        <pc:docMk/>
      </pc:docMkLst>
      <pc:sldChg chg="modSp modNotes">
        <pc:chgData name="Decker, Margaret Vivian" userId="S::redacted-review-user-2::a6ed1fb4-b05f-4e02-a21c-07a213e6bbad" providerId="AD" clId="Web-{1FC83EB3-54FD-9027-F743-10ABCF6F128C}" dt="2026-09-17T19:46:09.135" v="51" actId="1076"/>
        <pc:sldMkLst>
          <pc:docMk/>
          <pc:sldMk cId="2679561018" sldId="260"/>
        </pc:sldMkLst>
        <pc:spChg chg="mod">
          <ac:chgData name="Decker, Margaret Vivian" userId="S::redacted-review-user-2::a6ed1fb4-b05f-4e02-a21c-07a213e6bbad" providerId="AD" clId="Web-{1FC83EB3-54FD-9027-F743-10ABCF6F128C}" dt="2026-09-17T19:27:09.429" v="46" actId="20577"/>
          <ac:spMkLst>
            <pc:docMk/>
            <pc:sldMk cId="2679561018" sldId="260"/>
            <ac:spMk id="15" creationId="{01A32878-A4EB-4D8C-6EEB-8837254EA6A9}"/>
          </ac:spMkLst>
        </pc:spChg>
        <pc:picChg chg="mod">
          <ac:chgData name="Decker, Margaret Vivian" userId="S::redacted-review-user-2::a6ed1fb4-b05f-4e02-a21c-07a213e6bbad" providerId="AD" clId="Web-{1FC83EB3-54FD-9027-F743-10ABCF6F128C}" dt="2026-09-17T19:46:09.135" v="51" actId="1076"/>
          <ac:picMkLst>
            <pc:docMk/>
            <pc:sldMk cId="2679561018" sldId="260"/>
            <ac:picMk id="3" creationId="{A2764A3D-3929-D094-C706-B9C9B36DC1F5}"/>
          </ac:picMkLst>
        </pc:picChg>
      </pc:sldChg>
      <pc:sldChg chg="delSp">
        <pc:chgData name="Decker, Margaret Vivian" userId="S::redacted-review-user-2::a6ed1fb4-b05f-4e02-a21c-07a213e6bbad" providerId="AD" clId="Web-{1FC83EB3-54FD-9027-F743-10ABCF6F128C}" dt="2026-09-17T18:58:46.982" v="0"/>
        <pc:sldMkLst>
          <pc:docMk/>
          <pc:sldMk cId="2501626633" sldId="261"/>
        </pc:sldMkLst>
      </pc:sldChg>
      <pc:sldChg chg="modSp">
        <pc:chgData name="Decker, Margaret Vivian" userId="S::redacted-review-user-2::a6ed1fb4-b05f-4e02-a21c-07a213e6bbad" providerId="AD" clId="Web-{1FC83EB3-54FD-9027-F743-10ABCF6F128C}" dt="2026-09-17T19:31:47.211" v="50" actId="20577"/>
        <pc:sldMkLst>
          <pc:docMk/>
          <pc:sldMk cId="2419454555" sldId="262"/>
        </pc:sldMkLst>
        <pc:spChg chg="mod">
          <ac:chgData name="Decker, Margaret Vivian" userId="S::redacted-review-user-2::a6ed1fb4-b05f-4e02-a21c-07a213e6bbad" providerId="AD" clId="Web-{1FC83EB3-54FD-9027-F743-10ABCF6F128C}" dt="2026-09-17T19:31:47.211" v="50" actId="20577"/>
          <ac:spMkLst>
            <pc:docMk/>
            <pc:sldMk cId="2419454555" sldId="262"/>
            <ac:spMk id="3" creationId="{A61EA6EC-B744-C023-1126-1DC76B38A747}"/>
          </ac:spMkLst>
        </pc:spChg>
      </pc:sldChg>
    </pc:docChg>
  </pc:docChgLst>
  <pc:docChgLst>
    <pc:chgData name="Decker, Margaret Vivian" userId="S::redacted-review-user-2::a6ed1fb4-b05f-4e02-a21c-07a213e6bbad" providerId="AD" clId="Web-{7E344206-6C1D-105D-7B8D-042690031582}"/>
    <pc:docChg chg="modSld">
      <pc:chgData name="Decker, Margaret Vivian" userId="S::redacted-review-user-2::a6ed1fb4-b05f-4e02-a21c-07a213e6bbad" providerId="AD" clId="Web-{7E344206-6C1D-105D-7B8D-042690031582}" dt="2026-09-17T15:07:36.287" v="36" actId="20577"/>
      <pc:docMkLst>
        <pc:docMk/>
      </pc:docMkLst>
      <pc:sldChg chg="addSp delSp modSp modNotes">
        <pc:chgData name="Decker, Margaret Vivian" userId="S::redacted-review-user-2::a6ed1fb4-b05f-4e02-a21c-07a213e6bbad" providerId="AD" clId="Web-{7E344206-6C1D-105D-7B8D-042690031582}" dt="2026-09-17T15:07:36.287" v="36" actId="20577"/>
        <pc:sldMkLst>
          <pc:docMk/>
          <pc:sldMk cId="2679561018" sldId="260"/>
        </pc:sldMkLst>
        <pc:spChg chg="mod">
          <ac:chgData name="Decker, Margaret Vivian" userId="S::redacted-review-user-2::a6ed1fb4-b05f-4e02-a21c-07a213e6bbad" providerId="AD" clId="Web-{7E344206-6C1D-105D-7B8D-042690031582}" dt="2026-09-17T15:07:36.287" v="36" actId="20577"/>
          <ac:spMkLst>
            <pc:docMk/>
            <pc:sldMk cId="2679561018" sldId="260"/>
            <ac:spMk id="15" creationId="{01A32878-A4EB-4D8C-6EEB-8837254EA6A9}"/>
          </ac:spMkLst>
        </pc:spChg>
        <pc:picChg chg="add mod">
          <ac:chgData name="Decker, Margaret Vivian" userId="S::redacted-review-user-2::a6ed1fb4-b05f-4e02-a21c-07a213e6bbad" providerId="AD" clId="Web-{7E344206-6C1D-105D-7B8D-042690031582}" dt="2026-09-17T15:06:37.162" v="17" actId="14100"/>
          <ac:picMkLst>
            <pc:docMk/>
            <pc:sldMk cId="2679561018" sldId="260"/>
            <ac:picMk id="3" creationId="{A2764A3D-3929-D094-C706-B9C9B36DC1F5}"/>
          </ac:picMkLst>
        </pc:picChg>
      </pc:sldChg>
    </pc:docChg>
  </pc:docChgLst>
  <pc:docChgLst>
    <pc:chgData name="Ali, Faahil Rashhan" userId="S::redacted-review-user-5::230eee1e-3340-4a97-b8ba-a7c2ec33989b" providerId="AD" clId="Web-{70F037B3-59C0-5793-C780-533B14AC4DC1}"/>
    <pc:docChg chg="modSld">
      <pc:chgData name="Ali, Faahil Rashhan" userId="S::redacted-review-user-5::230eee1e-3340-4a97-b8ba-a7c2ec33989b" providerId="AD" clId="Web-{70F037B3-59C0-5793-C780-533B14AC4DC1}" dt="2026-09-15T14:18:22.944" v="111" actId="1076"/>
      <pc:docMkLst>
        <pc:docMk/>
      </pc:docMkLst>
      <pc:sldChg chg="addSp delSp modSp mod modClrScheme chgLayout">
        <pc:chgData name="Ali, Faahil Rashhan" userId="S::redacted-review-user-5::230eee1e-3340-4a97-b8ba-a7c2ec33989b" providerId="AD" clId="Web-{70F037B3-59C0-5793-C780-533B14AC4DC1}" dt="2026-09-15T14:18:22.944" v="111" actId="1076"/>
        <pc:sldMkLst>
          <pc:docMk/>
          <pc:sldMk cId="2501626633" sldId="261"/>
        </pc:sldMkLst>
        <pc:spChg chg="mod">
          <ac:chgData name="Ali, Faahil Rashhan" userId="S::redacted-review-user-5::230eee1e-3340-4a97-b8ba-a7c2ec33989b" providerId="AD" clId="Web-{70F037B3-59C0-5793-C780-533B14AC4DC1}" dt="2026-09-15T14:17:12.148" v="104" actId="1076"/>
          <ac:spMkLst>
            <pc:docMk/>
            <pc:sldMk cId="2501626633" sldId="261"/>
            <ac:spMk id="2" creationId="{910DAF3A-A63A-DFF2-8CE8-281BFBEE1C7A}"/>
          </ac:spMkLst>
        </pc:spChg>
        <pc:spChg chg="mod ord">
          <ac:chgData name="Ali, Faahil Rashhan" userId="S::redacted-review-user-5::230eee1e-3340-4a97-b8ba-a7c2ec33989b" providerId="AD" clId="Web-{70F037B3-59C0-5793-C780-533B14AC4DC1}" dt="2026-09-15T14:16:56.913" v="102" actId="1076"/>
          <ac:spMkLst>
            <pc:docMk/>
            <pc:sldMk cId="2501626633" sldId="261"/>
            <ac:spMk id="5" creationId="{418C4E6E-D04C-361E-7E81-4D5E721C2F36}"/>
          </ac:spMkLst>
        </pc:spChg>
        <pc:spChg chg="mod">
          <ac:chgData name="Ali, Faahil Rashhan" userId="S::redacted-review-user-5::230eee1e-3340-4a97-b8ba-a7c2ec33989b" providerId="AD" clId="Web-{70F037B3-59C0-5793-C780-533B14AC4DC1}" dt="2026-09-15T14:18:22.944" v="111" actId="1076"/>
          <ac:spMkLst>
            <pc:docMk/>
            <pc:sldMk cId="2501626633" sldId="261"/>
            <ac:spMk id="10" creationId="{03D6B2A0-2093-DED5-7276-AE9E0C9E7949}"/>
          </ac:spMkLst>
        </pc:spChg>
        <pc:spChg chg="mod">
          <ac:chgData name="Ali, Faahil Rashhan" userId="S::redacted-review-user-5::230eee1e-3340-4a97-b8ba-a7c2ec33989b" providerId="AD" clId="Web-{70F037B3-59C0-5793-C780-533B14AC4DC1}" dt="2026-09-15T14:10:32.008" v="67"/>
          <ac:spMkLst>
            <pc:docMk/>
            <pc:sldMk cId="2501626633" sldId="261"/>
            <ac:spMk id="14" creationId="{A855307F-E329-2564-A04B-8E09509DB634}"/>
          </ac:spMkLst>
        </pc:spChg>
        <pc:spChg chg="mod">
          <ac:chgData name="Ali, Faahil Rashhan" userId="S::redacted-review-user-5::230eee1e-3340-4a97-b8ba-a7c2ec33989b" providerId="AD" clId="Web-{70F037B3-59C0-5793-C780-533B14AC4DC1}" dt="2026-09-15T14:10:32.008" v="67"/>
          <ac:spMkLst>
            <pc:docMk/>
            <pc:sldMk cId="2501626633" sldId="261"/>
            <ac:spMk id="16" creationId="{00524DD2-07F7-70F5-9246-CD3419037B3F}"/>
          </ac:spMkLst>
        </pc:spChg>
        <pc:picChg chg="add mod">
          <ac:chgData name="Ali, Faahil Rashhan" userId="S::redacted-review-user-5::230eee1e-3340-4a97-b8ba-a7c2ec33989b" providerId="AD" clId="Web-{70F037B3-59C0-5793-C780-533B14AC4DC1}" dt="2026-09-15T14:16:47.726" v="101" actId="1076"/>
          <ac:picMkLst>
            <pc:docMk/>
            <pc:sldMk cId="2501626633" sldId="261"/>
            <ac:picMk id="6" creationId="{3A091AC4-BFE3-9759-F969-5CBBD25AD9B0}"/>
          </ac:picMkLst>
        </pc:picChg>
      </pc:sldChg>
    </pc:docChg>
  </pc:docChgLst>
  <pc:docChgLst>
    <pc:chgData name="Abdukadirova, Sabrina" userId="S::redacted-review-user-4::895b9d63-d7fa-444b-b9be-86a549d9ceb9" providerId="AD" clId="Web-{B26C9E1C-53A8-6D2F-1B8B-3F8785218C58}"/>
    <pc:docChg chg="modSld">
      <pc:chgData name="Abdukadirova, Sabrina" userId="S::redacted-review-user-4::895b9d63-d7fa-444b-b9be-86a549d9ceb9" providerId="AD" clId="Web-{B26C9E1C-53A8-6D2F-1B8B-3F8785218C58}" dt="2026-09-15T14:17:25.753" v="161" actId="20577"/>
      <pc:docMkLst>
        <pc:docMk/>
      </pc:docMkLst>
      <pc:sldChg chg="modSp">
        <pc:chgData name="Abdukadirova, Sabrina" userId="S::redacted-review-user-4::895b9d63-d7fa-444b-b9be-86a549d9ceb9" providerId="AD" clId="Web-{B26C9E1C-53A8-6D2F-1B8B-3F8785218C58}" dt="2026-09-15T14:17:25.753" v="161" actId="20577"/>
        <pc:sldMkLst>
          <pc:docMk/>
          <pc:sldMk cId="2419454555" sldId="262"/>
        </pc:sldMkLst>
        <pc:spChg chg="mod">
          <ac:chgData name="Abdukadirova, Sabrina" userId="S::redacted-review-user-4::895b9d63-d7fa-444b-b9be-86a549d9ceb9" providerId="AD" clId="Web-{B26C9E1C-53A8-6D2F-1B8B-3F8785218C58}" dt="2026-09-15T14:17:25.753" v="161" actId="20577"/>
          <ac:spMkLst>
            <pc:docMk/>
            <pc:sldMk cId="2419454555" sldId="262"/>
            <ac:spMk id="3" creationId="{A61EA6EC-B744-C023-1126-1DC76B38A747}"/>
          </ac:spMkLst>
        </pc:spChg>
      </pc:sldChg>
      <pc:sldChg chg="addSp modSp">
        <pc:chgData name="Abdukadirova, Sabrina" userId="S::redacted-review-user-4::895b9d63-d7fa-444b-b9be-86a549d9ceb9" providerId="AD" clId="Web-{B26C9E1C-53A8-6D2F-1B8B-3F8785218C58}" dt="2026-09-15T14:16:30.064" v="154" actId="1076"/>
        <pc:sldMkLst>
          <pc:docMk/>
          <pc:sldMk cId="2361371186" sldId="264"/>
        </pc:sldMkLst>
        <pc:spChg chg="add mod">
          <ac:chgData name="Abdukadirova, Sabrina" userId="S::redacted-review-user-4::895b9d63-d7fa-444b-b9be-86a549d9ceb9" providerId="AD" clId="Web-{B26C9E1C-53A8-6D2F-1B8B-3F8785218C58}" dt="2026-09-15T14:16:30.064" v="154" actId="1076"/>
          <ac:spMkLst>
            <pc:docMk/>
            <pc:sldMk cId="2361371186" sldId="264"/>
            <ac:spMk id="3" creationId="{68EE7E51-EB9F-19F7-AB58-BE5F65CD9EB9}"/>
          </ac:spMkLst>
        </pc:spChg>
        <pc:spChg chg="mod">
          <ac:chgData name="Abdukadirova, Sabrina" userId="S::redacted-review-user-4::895b9d63-d7fa-444b-b9be-86a549d9ceb9" providerId="AD" clId="Web-{B26C9E1C-53A8-6D2F-1B8B-3F8785218C58}" dt="2026-09-15T14:16:04.391" v="145" actId="1076"/>
          <ac:spMkLst>
            <pc:docMk/>
            <pc:sldMk cId="2361371186" sldId="264"/>
            <ac:spMk id="5" creationId="{93F7B853-5A6C-535C-0AAA-F1AAF36EE9D6}"/>
          </ac:spMkLst>
        </pc:spChg>
      </pc:sldChg>
    </pc:docChg>
  </pc:docChgLst>
  <pc:docChgLst>
    <pc:chgData name="Aji, Liya Sara" userId="S::redacted-review-user-1::e86f5d4b-b961-4ce0-a944-be6ba4348cea" providerId="AD" clId="Web-{A1590A3B-A199-86B8-526B-8716CF94E23C}"/>
    <pc:docChg chg="modSld">
      <pc:chgData name="Aji, Liya Sara" userId="S::redacted-review-user-1::e86f5d4b-b961-4ce0-a944-be6ba4348cea" providerId="AD" clId="Web-{A1590A3B-A199-86B8-526B-8716CF94E23C}" dt="2026-09-16T20:18:10.470" v="36"/>
      <pc:docMkLst>
        <pc:docMk/>
      </pc:docMkLst>
      <pc:sldChg chg="addSp delSp modSp modNotes">
        <pc:chgData name="Aji, Liya Sara" userId="S::redacted-review-user-1::e86f5d4b-b961-4ce0-a944-be6ba4348cea" providerId="AD" clId="Web-{A1590A3B-A199-86B8-526B-8716CF94E23C}" dt="2026-09-16T20:18:10.470" v="36"/>
        <pc:sldMkLst>
          <pc:docMk/>
          <pc:sldMk cId="2438315955" sldId="257"/>
        </pc:sldMkLst>
      </pc:sldChg>
    </pc:docChg>
  </pc:docChgLst>
</pc:chgInfo>
</file>

<file path=ppt/comments/modernComment_100_68C49C6.xml><?xml version="1.0" encoding="utf-8"?>
<p188:cmLst xmlns:a="http://schemas.openxmlformats.org/drawingml/2006/main" xmlns:r="http://schemas.openxmlformats.org/officeDocument/2006/relationships" xmlns:p188="http://schemas.microsoft.com/office/powerpoint/2018/8/main">
  <p188:cm id="{416C14AA-5B8D-42F4-BF6F-11B6A4BFAA31}" authorId="{A22A3E9A-F718-1733-8C04-16E8F909E3D6}" created="2026-09-15T13:33:37.445">
    <ac:txMkLst xmlns:ac="http://schemas.microsoft.com/office/drawing/2013/main/command">
      <pc:docMk xmlns:pc="http://schemas.microsoft.com/office/powerpoint/2013/main/command"/>
      <pc:sldMk xmlns:pc="http://schemas.microsoft.com/office/powerpoint/2013/main/command" cId="109857222" sldId="256"/>
      <ac:spMk id="2" creationId="{00000000-0000-0000-0000-000000000000}"/>
      <ac:txMk cp="29">
        <ac:context len="30" hash="2725956987"/>
      </ac:txMk>
    </ac:txMkLst>
    <p188:pos x="9027762" y="1808135"/>
    <p188:txBody>
      <a:bodyPr/>
      <a:lstStyle/>
      <a:p>
        <a:r>
          <a:rPr lang="en-US"/>
          <a:t>Aim for three minutes for each person, 10-15 minutes total. More slides can be added as needed.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10D3D2-60C6-47DA-BBA4-B1DFCC536594}" type="datetimeFigureOut">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B9B4B-13EC-4B86-AB91-D4CB88C139C7}" type="slidenum">
              <a:t>‹#›</a:t>
            </a:fld>
            <a:endParaRPr lang="en-US"/>
          </a:p>
        </p:txBody>
      </p:sp>
    </p:spTree>
    <p:extLst>
      <p:ext uri="{BB962C8B-B14F-4D97-AF65-F5344CB8AC3E}">
        <p14:creationId xmlns:p14="http://schemas.microsoft.com/office/powerpoint/2010/main" val="1814388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the steps for the canning process at Yards Brewery.</a:t>
            </a:r>
          </a:p>
          <a:p>
            <a:r>
              <a:rPr lang="en-US"/>
              <a:t>First, empty cans enter through the </a:t>
            </a:r>
            <a:r>
              <a:rPr lang="en-US" err="1"/>
              <a:t>depalletizer</a:t>
            </a:r>
            <a:r>
              <a:rPr lang="en-US"/>
              <a:t> and mass conveyor, where they are organized into a single-file line. The cans are then inverted by Invertor #1, allowing ionized air and vacuum to remove dust and debris from the inside. While still inverted, a date and lot code are printed on the bottom of each can before Invertor #2 returns them to the upright position.</a:t>
            </a:r>
            <a:endParaRPr lang="en-US">
              <a:ea typeface="Calibri"/>
              <a:cs typeface="Calibri"/>
            </a:endParaRPr>
          </a:p>
          <a:p>
            <a:r>
              <a:rPr lang="en-US"/>
              <a:t>Next, a can-down sensor detects and rejects any cans that have fallen over or are not properly oriented. The remaining cans are flushed with CO₂ to reduce oxygen exposure, filled with beer, and sealed using a two-stage double-seaming process.</a:t>
            </a:r>
            <a:endParaRPr lang="en-US">
              <a:ea typeface="Calibri"/>
              <a:cs typeface="Calibri"/>
            </a:endParaRPr>
          </a:p>
          <a:p>
            <a:r>
              <a:rPr lang="en-US"/>
              <a:t>After sealing, the cans pass through an X-ray inspection system that checks for high or low fill levels and rejects any cans outside the acceptable range.</a:t>
            </a:r>
            <a:endParaRPr lang="en-US">
              <a:ea typeface="Calibri"/>
              <a:cs typeface="Calibri"/>
            </a:endParaRPr>
          </a:p>
          <a:p>
            <a:r>
              <a:rPr lang="en-US"/>
              <a:t>Finally, the approved cans move to the packaging area, where they are assembled into different package formats, including variety packs, before workers complete the final packaging and palletizing process."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1B9B9B4B-13EC-4B86-AB91-D4CB88C139C7}" type="slidenum">
              <a:t>3</a:t>
            </a:fld>
            <a:endParaRPr lang="en-US"/>
          </a:p>
        </p:txBody>
      </p:sp>
    </p:spTree>
    <p:extLst>
      <p:ext uri="{BB962C8B-B14F-4D97-AF65-F5344CB8AC3E}">
        <p14:creationId xmlns:p14="http://schemas.microsoft.com/office/powerpoint/2010/main" val="14202519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diagram shows the current variety-pack packaging process at Yards Brewery.</a:t>
            </a:r>
          </a:p>
          <a:p>
            <a:r>
              <a:rPr lang="en-US"/>
              <a:t>Unlike the main canning line, variety packs are assembled in a separate area after individual flavors have already been packaged and stored. Because the canning line can only run one flavor at a time, completed cases from different flavors are brought to this station later and combined into mixed packs. The process typically requires five workers, but it can also be done by a minimum of 2 workers. First, 2 workers open the completed cases and remove the cans. The empty boxes are then reused as variety-pack boxes and placed on the top of the conveyor belt.</a:t>
            </a:r>
            <a:endParaRPr lang="en-US">
              <a:ea typeface="Calibri"/>
              <a:cs typeface="Calibri"/>
            </a:endParaRPr>
          </a:p>
          <a:p>
            <a:r>
              <a:rPr lang="en-US"/>
              <a:t>Next, cans from typically 3 different flavors are placed onto separate conveyor lanes.  2 Workers manually select cans from each lane and place them into the variety-pack boxes. Each variety pack contains 12 cans, which is typically four cans of three different flavors. The flavors are always changing, but some could be Pale Ale or variations of IPAs (Trash talk, Philthy, Gold, etc.). </a:t>
            </a:r>
            <a:endParaRPr lang="en-US">
              <a:ea typeface="Calibri"/>
              <a:cs typeface="Calibri"/>
            </a:endParaRPr>
          </a:p>
          <a:p>
            <a:r>
              <a:rPr lang="en-US"/>
              <a:t>After the box is filled, another worker seals it using the glue machine, and the finished variety packs are stacked for shipment.</a:t>
            </a:r>
            <a:endParaRPr lang="en-US">
              <a:ea typeface="Calibri"/>
              <a:cs typeface="Calibri"/>
            </a:endParaRPr>
          </a:p>
          <a:p>
            <a:r>
              <a:rPr lang="en-US"/>
              <a:t>One of the biggest challenges with this process is that it is very manual. Workers must count cans and select the correct flavors by hand, which can lead to counting mistakes due to them engaging in conversation or not paying attention, incorrect flavor combinations, and inventory issues. Because of these quality problem, this part of the processes can be improved through automation. </a:t>
            </a:r>
            <a:endParaRPr lang="en-US">
              <a:ea typeface="Calibri"/>
              <a:cs typeface="Calibri"/>
            </a:endParaRPr>
          </a:p>
          <a:p>
            <a:endParaRPr lang="en-US">
              <a:ea typeface="Calibri"/>
              <a:cs typeface="Calibri"/>
            </a:endParaRPr>
          </a:p>
          <a:p>
            <a:pPr marL="285750" indent="-2857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1B9B9B4B-13EC-4B86-AB91-D4CB88C139C7}" type="slidenum">
              <a:t>4</a:t>
            </a:fld>
            <a:endParaRPr lang="en-US"/>
          </a:p>
        </p:txBody>
      </p:sp>
    </p:spTree>
    <p:extLst>
      <p:ext uri="{BB962C8B-B14F-4D97-AF65-F5344CB8AC3E}">
        <p14:creationId xmlns:p14="http://schemas.microsoft.com/office/powerpoint/2010/main" val="1638485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Global shutter – the image is taken all at once instead of row by row as a rolling shutter would; this reduces motion blur but calls for higher lighting</a:t>
            </a:r>
          </a:p>
          <a:p>
            <a:r>
              <a:rPr lang="en-US">
                <a:ea typeface="Calibri"/>
                <a:cs typeface="Calibri"/>
              </a:rPr>
              <a:t>Variable </a:t>
            </a:r>
            <a:r>
              <a:rPr lang="en-US" err="1">
                <a:ea typeface="Calibri"/>
                <a:cs typeface="Calibri"/>
              </a:rPr>
              <a:t>aperature</a:t>
            </a:r>
            <a:r>
              <a:rPr lang="en-US">
                <a:ea typeface="Calibri"/>
                <a:cs typeface="Calibri"/>
              </a:rPr>
              <a:t> – </a:t>
            </a:r>
            <a:r>
              <a:rPr lang="en-US" err="1">
                <a:ea typeface="Calibri"/>
                <a:cs typeface="Calibri"/>
              </a:rPr>
              <a:t>aperature</a:t>
            </a:r>
            <a:r>
              <a:rPr lang="en-US">
                <a:ea typeface="Calibri"/>
                <a:cs typeface="Calibri"/>
              </a:rPr>
              <a:t> controls how much light is let in to capture an image; </a:t>
            </a:r>
            <a:r>
              <a:rPr lang="en-US" err="1">
                <a:ea typeface="Calibri"/>
                <a:cs typeface="Calibri"/>
              </a:rPr>
              <a:t>VarAp</a:t>
            </a:r>
            <a:r>
              <a:rPr lang="en-US">
                <a:ea typeface="Calibri"/>
                <a:cs typeface="Calibri"/>
              </a:rPr>
              <a:t> lets in less light when zoomed in </a:t>
            </a:r>
          </a:p>
          <a:p>
            <a:r>
              <a:rPr lang="en-US">
                <a:ea typeface="Calibri"/>
                <a:cs typeface="Calibri"/>
              </a:rPr>
              <a:t>Continuous light – easier to set up, but can cause motion blur if the shutter speed isn't fast enough</a:t>
            </a:r>
          </a:p>
          <a:p>
            <a:r>
              <a:rPr lang="en-US">
                <a:ea typeface="Calibri"/>
                <a:cs typeface="Calibri"/>
              </a:rPr>
              <a:t>Strobing light – harder to set up, but reduces motion blur as flash occurs right before picture is taken (industrial level lights have safe strobing for workplace safety)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1B9B9B4B-13EC-4B86-AB91-D4CB88C139C7}" type="slidenum">
              <a:rPr lang="en-US"/>
              <a:t>6</a:t>
            </a:fld>
            <a:endParaRPr lang="en-US"/>
          </a:p>
        </p:txBody>
      </p:sp>
    </p:spTree>
    <p:extLst>
      <p:ext uri="{BB962C8B-B14F-4D97-AF65-F5344CB8AC3E}">
        <p14:creationId xmlns:p14="http://schemas.microsoft.com/office/powerpoint/2010/main" val="38395696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noChangeAspect="1"/>
          </p:cNvSpPr>
          <p:nvPr>
            <p:ph type="pic" sz="quarter" idx="14" hasCustomPrompt="1"/>
          </p:nvPr>
        </p:nvSpPr>
        <p:spPr>
          <a:xfrm>
            <a:off x="5503863" y="1354138"/>
            <a:ext cx="5322887" cy="448151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FigureOut">
              <a:rPr lang="en-US" dirty="0"/>
              <a:t>9/22/2026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90602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3687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noChangeAspect="1"/>
          </p:cNvSpPr>
          <p:nvPr>
            <p:ph type="pic" sz="quarter" idx="13" hasCustomPrompt="1"/>
          </p:nvPr>
        </p:nvSpPr>
        <p:spPr>
          <a:xfrm>
            <a:off x="-791" y="1371600"/>
            <a:ext cx="6706392" cy="54864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dirty="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FigureOut">
              <a:rPr lang="en-US" dirty="0"/>
              <a:t>9/22/2026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
              </a:t>
            </a:r>
          </a:p>
        </p:txBody>
      </p:sp>
    </p:spTree>
    <p:extLst>
      <p:ext uri="{BB962C8B-B14F-4D97-AF65-F5344CB8AC3E}">
        <p14:creationId xmlns:p14="http://schemas.microsoft.com/office/powerpoint/2010/main" val="410002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FigureOut">
              <a:rPr lang="en-US" dirty="0"/>
              <a:t>9/22/2026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90638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FigureOut">
              <a:rPr lang="en-US" dirty="0"/>
              <a:t>9/22/2026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914401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024306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dirty="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noChangeAspect="1"/>
          </p:cNvSpPr>
          <p:nvPr>
            <p:ph type="pic" sz="quarter" idx="13" hasCustomPrompt="1"/>
          </p:nvPr>
        </p:nvSpPr>
        <p:spPr>
          <a:xfrm>
            <a:off x="8763000" y="3415504"/>
            <a:ext cx="3429000" cy="3442496"/>
          </a:xfrm>
          <a:blipFill>
            <a:blip r:embed="rId2">
              <a:alphaModFix amt="70000"/>
            </a:blip>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1493745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683061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714170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31242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68454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5486400" cy="55626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77868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4800601" y="0"/>
            <a:ext cx="73914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036347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7391400" y="0"/>
            <a:ext cx="48006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929583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78486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953819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noChangeAspect="1"/>
          </p:cNvSpPr>
          <p:nvPr>
            <p:ph type="pic" sz="quarter" idx="13" hasCustomPrompt="1"/>
          </p:nvPr>
        </p:nvSpPr>
        <p:spPr>
          <a:xfrm>
            <a:off x="0" y="1"/>
            <a:ext cx="12192000" cy="6858000"/>
          </a:xfrm>
          <a:custGeom>
            <a:avLst/>
            <a:gdLst/>
            <a:ahLst/>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chor="t">
            <a:noAutofit/>
          </a:bodyPr>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4768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0" y="0"/>
            <a:ext cx="12191999" cy="41148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116594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
              </a:t>
            </a:r>
          </a:p>
        </p:txBody>
      </p:sp>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371600"/>
            <a:ext cx="7391402" cy="54864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6588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
            <a:ext cx="4800600" cy="482237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3976846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dirty="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8905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5151659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
              </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FigureOut">
              <a:rPr lang="en-US" dirty="0"/>
              <a:t>9/22/2026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2226416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FigureOut">
              <a:rPr lang="en-US" dirty="0"/>
              <a:t>9/22/2026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5076999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FigureOut">
              <a:rPr lang="en-US" dirty="0"/>
              <a:t>9/22/2026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5628278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FigureOut">
              <a:rPr lang="en-US" dirty="0"/>
              <a:t>9/22/2026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4130019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
              </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FigureOut">
              <a:rPr lang="en-US" dirty="0"/>
              <a:t>9/22/2026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921485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7118287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FigureOut">
              <a:rPr lang="en-US" dirty="0"/>
              <a:t>9/22/2026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7960283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322921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39505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
              </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FigureOut">
              <a:rPr lang="en-US" dirty="0"/>
              <a:t>9/22/2026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8914213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2" Type="http://schemas.microsoft.com/office/2018/10/relationships/comments" Target="../comments/modernComment_100_68C49C6.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59" y="338328"/>
            <a:ext cx="11468173" cy="4462272"/>
          </a:xfrm>
        </p:spPr>
        <p:txBody>
          <a:bodyPr>
            <a:normAutofit/>
          </a:bodyPr>
          <a:lstStyle/>
          <a:p>
            <a:r>
              <a:rPr lang="en-US" sz="9400"/>
              <a:t>Team 1: Progress</a:t>
            </a:r>
            <a:br>
              <a:rPr lang="en-US" sz="9400"/>
            </a:br>
            <a:r>
              <a:rPr lang="en-US" sz="9400"/>
              <a:t>Presentation</a:t>
            </a:r>
          </a:p>
        </p:txBody>
      </p:sp>
      <p:sp>
        <p:nvSpPr>
          <p:cNvPr id="3" name="Subtitle 2"/>
          <p:cNvSpPr>
            <a:spLocks noGrp="1"/>
          </p:cNvSpPr>
          <p:nvPr>
            <p:ph type="subTitle" idx="1"/>
          </p:nvPr>
        </p:nvSpPr>
        <p:spPr>
          <a:xfrm>
            <a:off x="5131628" y="4804503"/>
            <a:ext cx="6527342" cy="1030528"/>
          </a:xfrm>
        </p:spPr>
        <p:txBody>
          <a:bodyPr vert="horz" lIns="91440" tIns="45720" rIns="91440" bIns="45720" rtlCol="0" anchor="b">
            <a:normAutofit/>
          </a:bodyPr>
          <a:lstStyle/>
          <a:p>
            <a:pPr>
              <a:lnSpc>
                <a:spcPct val="110000"/>
              </a:lnSpc>
            </a:pPr>
            <a:r>
              <a:rPr lang="en-US" sz="2000"/>
              <a:t>By: Jonathan Alavez Reyes, Faahil Ali, Liya Aji, Margaret Decker, Sabrina Abdukadirova </a:t>
            </a:r>
          </a:p>
        </p:txBody>
      </p:sp>
      <p:sp>
        <p:nvSpPr>
          <p:cNvPr id="8" name="Footer Placeholder 3">
            <a:extLst>
              <a:ext uri="{FF2B5EF4-FFF2-40B4-BE49-F238E27FC236}">
                <a16:creationId xmlns:a16="http://schemas.microsoft.com/office/drawing/2014/main" id="{A3897ACF-B593-B257-1766-15F88B803573}"/>
              </a:ext>
            </a:extLst>
          </p:cNvPr>
          <p:cNvSpPr>
            <a:spLocks noGrp="1"/>
          </p:cNvSpPr>
          <p:nvPr>
            <p:ph type="ftr" sz="quarter" idx="11"/>
          </p:nvPr>
        </p:nvSpPr>
        <p:spPr>
          <a:xfrm>
            <a:off x="9144000" y="447579"/>
            <a:ext cx="2477899" cy="586001"/>
          </a:xfrm>
        </p:spPr>
        <p:txBody>
          <a:bodyPr/>
          <a:lstStyle/>
          <a:p>
            <a:pPr>
              <a:spcAft>
                <a:spcPts val="600"/>
              </a:spcAft>
            </a:pPr>
            <a:r>
              <a:rPr lang="en-US"/>
              <a:t>
              </a:t>
            </a:r>
          </a:p>
        </p:txBody>
      </p:sp>
      <p:sp>
        <p:nvSpPr>
          <p:cNvPr id="10" name="Date Placeholder 4">
            <a:extLst>
              <a:ext uri="{FF2B5EF4-FFF2-40B4-BE49-F238E27FC236}">
                <a16:creationId xmlns:a16="http://schemas.microsoft.com/office/drawing/2014/main" id="{AFFAACD6-DB45-D1E1-2E03-F3DBB06198EC}"/>
              </a:ext>
            </a:extLst>
          </p:cNvPr>
          <p:cNvSpPr>
            <a:spLocks noGrp="1"/>
          </p:cNvSpPr>
          <p:nvPr>
            <p:ph type="dt" sz="half" idx="10"/>
          </p:nvPr>
        </p:nvSpPr>
        <p:spPr>
          <a:xfrm>
            <a:off x="10058400" y="6029868"/>
            <a:ext cx="1182686" cy="365125"/>
          </a:xfrm>
        </p:spPr>
        <p:txBody>
          <a:bodyPr/>
          <a:lstStyle/>
          <a:p>
            <a:pPr>
              <a:spcAft>
                <a:spcPts val="600"/>
              </a:spcAft>
            </a:pPr>
            <a:fld id="{50C4ED22-D5FB-42DD-8036-DE1397AE3314}" type="datetime1">
              <a:rPr lang="en-US" smtClean="0"/>
              <a:pPr>
                <a:spcAft>
                  <a:spcPts val="600"/>
                </a:spcAft>
              </a:pPr>
              <a:t>9/22/2026</a:t>
            </a:fld>
            <a:endParaRPr lang="en-US"/>
          </a:p>
        </p:txBody>
      </p:sp>
      <p:sp>
        <p:nvSpPr>
          <p:cNvPr id="12" name="Slide Number Placeholder 5">
            <a:extLst>
              <a:ext uri="{FF2B5EF4-FFF2-40B4-BE49-F238E27FC236}">
                <a16:creationId xmlns:a16="http://schemas.microsoft.com/office/drawing/2014/main" id="{C25505AA-FF10-FABF-58C5-854F73466A3F}"/>
              </a:ext>
            </a:extLst>
          </p:cNvPr>
          <p:cNvSpPr>
            <a:spLocks noGrp="1"/>
          </p:cNvSpPr>
          <p:nvPr>
            <p:ph type="sldNum" sz="quarter" idx="12"/>
          </p:nvPr>
        </p:nvSpPr>
        <p:spPr>
          <a:xfrm>
            <a:off x="11233434" y="6029868"/>
            <a:ext cx="429372" cy="365125"/>
          </a:xfrm>
        </p:spPr>
        <p:txBody>
          <a:bodyPr/>
          <a:lstStyle/>
          <a:p>
            <a:pPr>
              <a:spcAft>
                <a:spcPts val="600"/>
              </a:spcAft>
            </a:pPr>
            <a:fld id="{27F8DDA4-3B80-4E8A-A8F5-521F73BF9127}" type="slidenum">
              <a:rPr lang="en-US" smtClean="0"/>
              <a:pPr>
                <a:spcAft>
                  <a:spcPts val="600"/>
                </a:spcAft>
              </a:pPr>
              <a:t>1</a:t>
            </a:fld>
            <a:endParaRPr lang="en-US"/>
          </a:p>
        </p:txBody>
      </p:sp>
    </p:spTree>
    <p:extLst>
      <p:ext uri="{BB962C8B-B14F-4D97-AF65-F5344CB8AC3E}">
        <p14:creationId xmlns:p14="http://schemas.microsoft.com/office/powerpoint/2010/main" val="109857222"/>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5395D-AB82-52CF-DD7B-5265E3CFE5E9}"/>
              </a:ext>
            </a:extLst>
          </p:cNvPr>
          <p:cNvSpPr>
            <a:spLocks noGrp="1"/>
          </p:cNvSpPr>
          <p:nvPr>
            <p:ph type="title"/>
          </p:nvPr>
        </p:nvSpPr>
        <p:spPr>
          <a:xfrm>
            <a:off x="602986" y="265728"/>
            <a:ext cx="10981137" cy="1325563"/>
          </a:xfrm>
        </p:spPr>
        <p:txBody>
          <a:bodyPr anchor="b">
            <a:normAutofit/>
          </a:bodyPr>
          <a:lstStyle/>
          <a:p>
            <a:r>
              <a:rPr lang="en-US" sz="3600">
                <a:solidFill>
                  <a:schemeClr val="accent1"/>
                </a:solidFill>
              </a:rPr>
              <a:t>Table Of Contents</a:t>
            </a:r>
          </a:p>
        </p:txBody>
      </p:sp>
      <p:sp>
        <p:nvSpPr>
          <p:cNvPr id="20" name="Footer Placeholder 3">
            <a:extLst>
              <a:ext uri="{FF2B5EF4-FFF2-40B4-BE49-F238E27FC236}">
                <a16:creationId xmlns:a16="http://schemas.microsoft.com/office/drawing/2014/main" id="{12D0F9E9-116D-EC0F-B0A1-B455D54A9405}"/>
              </a:ext>
            </a:extLst>
          </p:cNvPr>
          <p:cNvSpPr>
            <a:spLocks noGrp="1"/>
          </p:cNvSpPr>
          <p:nvPr>
            <p:ph type="ftr" sz="quarter" idx="11"/>
          </p:nvPr>
        </p:nvSpPr>
        <p:spPr>
          <a:xfrm>
            <a:off x="605430" y="6029868"/>
            <a:ext cx="1911096" cy="365125"/>
          </a:xfrm>
        </p:spPr>
        <p:txBody>
          <a:bodyPr/>
          <a:lstStyle/>
          <a:p>
            <a:pPr>
              <a:spcAft>
                <a:spcPts val="600"/>
              </a:spcAft>
            </a:pPr>
            <a:r>
              <a:rPr lang="en-US"/>
              <a:t>
              </a:t>
            </a:r>
          </a:p>
        </p:txBody>
      </p:sp>
      <p:sp>
        <p:nvSpPr>
          <p:cNvPr id="21" name="Date Placeholder 4">
            <a:extLst>
              <a:ext uri="{FF2B5EF4-FFF2-40B4-BE49-F238E27FC236}">
                <a16:creationId xmlns:a16="http://schemas.microsoft.com/office/drawing/2014/main" id="{918AC5BA-4C79-CE04-C4AB-54BCE0B0699D}"/>
              </a:ext>
            </a:extLst>
          </p:cNvPr>
          <p:cNvSpPr>
            <a:spLocks noGrp="1"/>
          </p:cNvSpPr>
          <p:nvPr>
            <p:ph type="dt" sz="half" idx="10"/>
          </p:nvPr>
        </p:nvSpPr>
        <p:spPr>
          <a:xfrm>
            <a:off x="10058400" y="6029868"/>
            <a:ext cx="1182686" cy="365125"/>
          </a:xfrm>
        </p:spPr>
        <p:txBody>
          <a:bodyPr/>
          <a:lstStyle/>
          <a:p>
            <a:pPr>
              <a:spcAft>
                <a:spcPts val="600"/>
              </a:spcAft>
            </a:pPr>
            <a:fld id="{A4C6B147-B618-45EB-BB99-CB6D624F4FE2}" type="datetime1">
              <a:rPr lang="en-US" smtClean="0"/>
              <a:pPr>
                <a:spcAft>
                  <a:spcPts val="600"/>
                </a:spcAft>
              </a:pPr>
              <a:t>9/22/2026</a:t>
            </a:fld>
            <a:endParaRPr lang="en-US"/>
          </a:p>
        </p:txBody>
      </p:sp>
      <p:sp>
        <p:nvSpPr>
          <p:cNvPr id="22" name="Slide Number Placeholder 5">
            <a:extLst>
              <a:ext uri="{FF2B5EF4-FFF2-40B4-BE49-F238E27FC236}">
                <a16:creationId xmlns:a16="http://schemas.microsoft.com/office/drawing/2014/main" id="{5A831A14-5716-270F-CD30-548D9067A122}"/>
              </a:ext>
            </a:extLst>
          </p:cNvPr>
          <p:cNvSpPr>
            <a:spLocks noGrp="1"/>
          </p:cNvSpPr>
          <p:nvPr>
            <p:ph type="sldNum" sz="quarter" idx="12"/>
          </p:nvPr>
        </p:nvSpPr>
        <p:spPr>
          <a:xfrm>
            <a:off x="11233434" y="6029868"/>
            <a:ext cx="429372" cy="365125"/>
          </a:xfrm>
        </p:spPr>
        <p:txBody>
          <a:bodyPr/>
          <a:lstStyle/>
          <a:p>
            <a:pPr>
              <a:spcAft>
                <a:spcPts val="600"/>
              </a:spcAft>
            </a:pPr>
            <a:fld id="{27F8DDA4-3B80-4E8A-A8F5-521F73BF9127}" type="slidenum">
              <a:rPr lang="en-US" smtClean="0"/>
              <a:pPr>
                <a:spcAft>
                  <a:spcPts val="600"/>
                </a:spcAft>
              </a:pPr>
              <a:t>2</a:t>
            </a:fld>
            <a:endParaRPr lang="en-US"/>
          </a:p>
        </p:txBody>
      </p:sp>
      <p:graphicFrame>
        <p:nvGraphicFramePr>
          <p:cNvPr id="5" name="Table 4">
            <a:extLst>
              <a:ext uri="{FF2B5EF4-FFF2-40B4-BE49-F238E27FC236}">
                <a16:creationId xmlns:a16="http://schemas.microsoft.com/office/drawing/2014/main" id="{F441FF9A-AD99-994A-D55E-A867B418B926}"/>
              </a:ext>
            </a:extLst>
          </p:cNvPr>
          <p:cNvGraphicFramePr>
            <a:graphicFrameLocks noGrp="1"/>
          </p:cNvGraphicFramePr>
          <p:nvPr>
            <p:extLst>
              <p:ext uri="{D42A27DB-BD31-4B8C-83A1-F6EECF244321}">
                <p14:modId xmlns:p14="http://schemas.microsoft.com/office/powerpoint/2010/main" val="2687778663"/>
              </p:ext>
            </p:extLst>
          </p:nvPr>
        </p:nvGraphicFramePr>
        <p:xfrm>
          <a:off x="1096346" y="1733938"/>
          <a:ext cx="9998805" cy="3674012"/>
        </p:xfrm>
        <a:graphic>
          <a:graphicData uri="http://schemas.openxmlformats.org/drawingml/2006/table">
            <a:tbl>
              <a:tblPr firstRow="1" bandRow="1">
                <a:solidFill>
                  <a:schemeClr val="bg1"/>
                </a:solidFill>
                <a:tableStyleId>{5C22544A-7EE6-4342-B048-85BDC9FD1C3A}</a:tableStyleId>
              </a:tblPr>
              <a:tblGrid>
                <a:gridCol w="2035984">
                  <a:extLst>
                    <a:ext uri="{9D8B030D-6E8A-4147-A177-3AD203B41FA5}">
                      <a16:colId xmlns:a16="http://schemas.microsoft.com/office/drawing/2014/main" val="242322496"/>
                    </a:ext>
                  </a:extLst>
                </a:gridCol>
                <a:gridCol w="7962821">
                  <a:extLst>
                    <a:ext uri="{9D8B030D-6E8A-4147-A177-3AD203B41FA5}">
                      <a16:colId xmlns:a16="http://schemas.microsoft.com/office/drawing/2014/main" val="2709171897"/>
                    </a:ext>
                  </a:extLst>
                </a:gridCol>
              </a:tblGrid>
              <a:tr h="524858">
                <a:tc>
                  <a:txBody>
                    <a:bodyPr/>
                    <a:lstStyle/>
                    <a:p>
                      <a:pPr marL="0" marR="0" indent="0" algn="ctr" rtl="0" fontAlgn="base">
                        <a:buNone/>
                      </a:pPr>
                      <a:r>
                        <a:rPr lang="en-US" sz="1700" b="0" i="0" cap="none" spc="0">
                          <a:solidFill>
                            <a:schemeClr val="bg1"/>
                          </a:solidFill>
                          <a:effectLst/>
                          <a:latin typeface="Times New Roman"/>
                        </a:rPr>
                        <a:t>Tab Number </a:t>
                      </a:r>
                    </a:p>
                  </a:txBody>
                  <a:tcPr marL="144151" marR="80854" marT="110886" marB="110886"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marL="0" marR="0" indent="0" algn="ctr" rtl="0" fontAlgn="base">
                        <a:buNone/>
                      </a:pPr>
                      <a:r>
                        <a:rPr lang="en-US" sz="1700" b="0" i="0" cap="none" spc="0">
                          <a:solidFill>
                            <a:schemeClr val="bg1"/>
                          </a:solidFill>
                          <a:effectLst/>
                          <a:latin typeface="Times New Roman"/>
                        </a:rPr>
                        <a:t>Section  </a:t>
                      </a:r>
                    </a:p>
                  </a:txBody>
                  <a:tcPr marL="144151" marR="80854" marT="110886" marB="110886"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3883679465"/>
                  </a:ext>
                </a:extLst>
              </a:tr>
              <a:tr h="524859">
                <a:tc>
                  <a:txBody>
                    <a:bodyPr/>
                    <a:lstStyle/>
                    <a:p>
                      <a:pPr marL="0" marR="0" indent="0" algn="ctr" rtl="0" fontAlgn="base">
                        <a:buNone/>
                      </a:pPr>
                      <a:r>
                        <a:rPr lang="en-US" sz="1700" b="0" i="0" cap="none" spc="0">
                          <a:solidFill>
                            <a:schemeClr val="tx1"/>
                          </a:solidFill>
                          <a:effectLst/>
                          <a:latin typeface="Times New Roman"/>
                        </a:rPr>
                        <a:t>1 </a:t>
                      </a:r>
                    </a:p>
                  </a:txBody>
                  <a:tcPr marL="144151" marR="80854" marT="110886" marB="110886">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pPr marL="0" marR="0" indent="0" algn="l" rtl="0" fontAlgn="base">
                        <a:buNone/>
                      </a:pPr>
                      <a:r>
                        <a:rPr lang="en-US" sz="1700" b="0" i="0" cap="none" spc="0">
                          <a:solidFill>
                            <a:schemeClr val="tx1"/>
                          </a:solidFill>
                          <a:effectLst/>
                          <a:latin typeface="Times New Roman"/>
                        </a:rPr>
                        <a:t>Yards Canning Production Line </a:t>
                      </a:r>
                    </a:p>
                  </a:txBody>
                  <a:tcPr marL="144151" marR="80854" marT="110886" marB="110886">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284988085"/>
                  </a:ext>
                </a:extLst>
              </a:tr>
              <a:tr h="524859">
                <a:tc>
                  <a:txBody>
                    <a:bodyPr/>
                    <a:lstStyle/>
                    <a:p>
                      <a:pPr marL="0" marR="0" indent="0" algn="ctr" rtl="0" fontAlgn="base">
                        <a:buNone/>
                      </a:pPr>
                      <a:r>
                        <a:rPr lang="en-US" sz="1700" b="0" i="0" cap="none" spc="0">
                          <a:solidFill>
                            <a:schemeClr val="tx1"/>
                          </a:solidFill>
                          <a:effectLst/>
                          <a:latin typeface="Times New Roman"/>
                        </a:rPr>
                        <a:t>2 </a:t>
                      </a:r>
                    </a:p>
                  </a:txBody>
                  <a:tcPr marL="144151" marR="80854" marT="110886" marB="110886">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marL="0" marR="0" indent="0" algn="l" rtl="0" fontAlgn="base">
                        <a:buNone/>
                      </a:pPr>
                      <a:r>
                        <a:rPr lang="en-US" sz="1700" b="0" i="0" cap="none" spc="0">
                          <a:solidFill>
                            <a:schemeClr val="tx1"/>
                          </a:solidFill>
                          <a:effectLst/>
                          <a:latin typeface="Times New Roman"/>
                        </a:rPr>
                        <a:t>Yards Variety-Pack Production Process </a:t>
                      </a:r>
                    </a:p>
                  </a:txBody>
                  <a:tcPr marL="144151" marR="80854" marT="110886" marB="110886">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902742788"/>
                  </a:ext>
                </a:extLst>
              </a:tr>
              <a:tr h="524859">
                <a:tc>
                  <a:txBody>
                    <a:bodyPr/>
                    <a:lstStyle/>
                    <a:p>
                      <a:pPr marL="0" marR="0" indent="0" algn="ctr" rtl="0" fontAlgn="base">
                        <a:buNone/>
                      </a:pPr>
                      <a:r>
                        <a:rPr lang="en-US" sz="1700" b="0" i="0" cap="none" spc="0">
                          <a:solidFill>
                            <a:schemeClr val="tx1"/>
                          </a:solidFill>
                          <a:effectLst/>
                          <a:latin typeface="Times New Roman"/>
                        </a:rPr>
                        <a:t>3 </a:t>
                      </a:r>
                    </a:p>
                  </a:txBody>
                  <a:tcPr marL="144151" marR="80854" marT="110886" marB="110886">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marL="0" marR="0" indent="0" algn="l" rtl="0" fontAlgn="base">
                        <a:buNone/>
                      </a:pPr>
                      <a:r>
                        <a:rPr lang="en-US" sz="1700" b="0" i="0" cap="none" spc="0">
                          <a:solidFill>
                            <a:schemeClr val="tx1"/>
                          </a:solidFill>
                          <a:effectLst/>
                          <a:latin typeface="Times New Roman"/>
                        </a:rPr>
                        <a:t>Yards Variety-Pack Can Types &amp; Packaging </a:t>
                      </a:r>
                    </a:p>
                  </a:txBody>
                  <a:tcPr marL="144151" marR="80854" marT="110886" marB="110886">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57566704"/>
                  </a:ext>
                </a:extLst>
              </a:tr>
              <a:tr h="524859">
                <a:tc>
                  <a:txBody>
                    <a:bodyPr/>
                    <a:lstStyle/>
                    <a:p>
                      <a:pPr marL="0" marR="0" indent="0" algn="ctr" rtl="0" fontAlgn="base">
                        <a:buNone/>
                      </a:pPr>
                      <a:r>
                        <a:rPr lang="en-US" sz="1700" b="0" i="0" cap="none" spc="0">
                          <a:solidFill>
                            <a:schemeClr val="tx1"/>
                          </a:solidFill>
                          <a:effectLst/>
                          <a:latin typeface="Times New Roman"/>
                        </a:rPr>
                        <a:t>4 </a:t>
                      </a:r>
                    </a:p>
                  </a:txBody>
                  <a:tcPr marL="144151" marR="80854" marT="110886" marB="110886">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marL="0" marR="0" indent="0" algn="l" rtl="0" fontAlgn="base">
                        <a:buNone/>
                      </a:pPr>
                      <a:r>
                        <a:rPr lang="en-US" sz="1700" b="0" i="0" cap="none" spc="0">
                          <a:solidFill>
                            <a:schemeClr val="tx1"/>
                          </a:solidFill>
                          <a:effectLst/>
                          <a:latin typeface="Times New Roman"/>
                        </a:rPr>
                        <a:t>High-Speed Cameras &amp; Smart Cameras </a:t>
                      </a:r>
                    </a:p>
                  </a:txBody>
                  <a:tcPr marL="144151" marR="80854" marT="110886" marB="110886">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298476973"/>
                  </a:ext>
                </a:extLst>
              </a:tr>
              <a:tr h="524859">
                <a:tc>
                  <a:txBody>
                    <a:bodyPr/>
                    <a:lstStyle/>
                    <a:p>
                      <a:pPr marL="0" marR="0" indent="0" algn="ctr" rtl="0" fontAlgn="base">
                        <a:buNone/>
                      </a:pPr>
                      <a:r>
                        <a:rPr lang="en-US" sz="1700" b="0" i="0" cap="none" spc="0">
                          <a:solidFill>
                            <a:schemeClr val="tx1"/>
                          </a:solidFill>
                          <a:effectLst/>
                          <a:latin typeface="Times New Roman"/>
                        </a:rPr>
                        <a:t>5 </a:t>
                      </a:r>
                    </a:p>
                  </a:txBody>
                  <a:tcPr marL="144151" marR="80854" marT="110886" marB="110886">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pPr marL="0" marR="0" indent="0" algn="l" rtl="0" fontAlgn="base">
                        <a:buNone/>
                      </a:pPr>
                      <a:r>
                        <a:rPr lang="en-US" sz="1700" b="0" i="0" cap="none" spc="0">
                          <a:solidFill>
                            <a:schemeClr val="tx1"/>
                          </a:solidFill>
                          <a:effectLst/>
                          <a:latin typeface="Times New Roman"/>
                        </a:rPr>
                        <a:t>OpenCV for Image Defect Detection   </a:t>
                      </a:r>
                    </a:p>
                  </a:txBody>
                  <a:tcPr marL="144151" marR="80854" marT="110886" marB="110886">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4095132914"/>
                  </a:ext>
                </a:extLst>
              </a:tr>
              <a:tr h="524859">
                <a:tc>
                  <a:txBody>
                    <a:bodyPr/>
                    <a:lstStyle/>
                    <a:p>
                      <a:pPr marL="0" marR="0" indent="0" algn="ctr" rtl="0" fontAlgn="base">
                        <a:buNone/>
                      </a:pPr>
                      <a:r>
                        <a:rPr lang="en-US" sz="1700" b="0" i="0" cap="none" spc="0">
                          <a:solidFill>
                            <a:schemeClr val="tx1"/>
                          </a:solidFill>
                          <a:effectLst/>
                          <a:latin typeface="Times New Roman"/>
                        </a:rPr>
                        <a:t>6 </a:t>
                      </a:r>
                    </a:p>
                  </a:txBody>
                  <a:tcPr marL="144151" marR="80854" marT="110886" marB="110886">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marL="0" marR="0" indent="0" algn="l" rtl="0" fontAlgn="base">
                        <a:buNone/>
                      </a:pPr>
                      <a:r>
                        <a:rPr lang="en-US" sz="1700" b="0" i="0" cap="none" spc="0">
                          <a:solidFill>
                            <a:schemeClr val="tx1"/>
                          </a:solidFill>
                          <a:effectLst/>
                          <a:latin typeface="Times New Roman"/>
                        </a:rPr>
                        <a:t>Ideas for Prototype &amp; Solutions </a:t>
                      </a:r>
                    </a:p>
                  </a:txBody>
                  <a:tcPr marL="144151" marR="80854" marT="110886" marB="110886">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59113285"/>
                  </a:ext>
                </a:extLst>
              </a:tr>
            </a:tbl>
          </a:graphicData>
        </a:graphic>
      </p:graphicFrame>
    </p:spTree>
    <p:extLst>
      <p:ext uri="{BB962C8B-B14F-4D97-AF65-F5344CB8AC3E}">
        <p14:creationId xmlns:p14="http://schemas.microsoft.com/office/powerpoint/2010/main" val="532267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C8BE3-DE88-31E8-C3B1-122D580517C3}"/>
              </a:ext>
            </a:extLst>
          </p:cNvPr>
          <p:cNvSpPr>
            <a:spLocks noGrp="1"/>
          </p:cNvSpPr>
          <p:nvPr>
            <p:ph type="title"/>
          </p:nvPr>
        </p:nvSpPr>
        <p:spPr>
          <a:xfrm>
            <a:off x="617111" y="118706"/>
            <a:ext cx="3625442" cy="1474692"/>
          </a:xfrm>
        </p:spPr>
        <p:txBody>
          <a:bodyPr vert="horz" lIns="91440" tIns="45720" rIns="91440" bIns="137160" rtlCol="0" anchor="b">
            <a:normAutofit/>
          </a:bodyPr>
          <a:lstStyle/>
          <a:p>
            <a:r>
              <a:rPr lang="en-US" sz="3600" kern="1200" cap="all" baseline="0">
                <a:solidFill>
                  <a:schemeClr val="accent1"/>
                </a:solidFill>
                <a:latin typeface="+mj-lt"/>
                <a:ea typeface="+mj-ea"/>
                <a:cs typeface="+mj-cs"/>
              </a:rPr>
              <a:t>Tab 1: Canning Production Line</a:t>
            </a:r>
            <a:endParaRPr lang="en-US" sz="3600" kern="1200" cap="all" baseline="0">
              <a:solidFill>
                <a:schemeClr val="accent1"/>
              </a:solidFill>
              <a:latin typeface="+mj-lt"/>
            </a:endParaRPr>
          </a:p>
        </p:txBody>
      </p:sp>
      <p:sp>
        <p:nvSpPr>
          <p:cNvPr id="5" name="TextBox 4">
            <a:extLst>
              <a:ext uri="{FF2B5EF4-FFF2-40B4-BE49-F238E27FC236}">
                <a16:creationId xmlns:a16="http://schemas.microsoft.com/office/drawing/2014/main" id="{76713A35-94F1-2F8A-15F8-4A59E5D845A8}"/>
              </a:ext>
            </a:extLst>
          </p:cNvPr>
          <p:cNvSpPr txBox="1"/>
          <p:nvPr/>
        </p:nvSpPr>
        <p:spPr>
          <a:xfrm>
            <a:off x="163200" y="1716238"/>
            <a:ext cx="6243282" cy="454680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Autofit/>
          </a:bodyPr>
          <a:lstStyle/>
          <a:p>
            <a:pPr marL="228600" indent="-228600">
              <a:lnSpc>
                <a:spcPct val="120000"/>
              </a:lnSpc>
              <a:spcBef>
                <a:spcPts val="1000"/>
              </a:spcBef>
              <a:buFont typeface="Arial" panose="020B0604020202020204" pitchFamily="34" charset="0"/>
              <a:buChar char="•"/>
            </a:pPr>
            <a:r>
              <a:rPr lang="en-US" sz="2000" b="1">
                <a:solidFill>
                  <a:schemeClr val="tx2"/>
                </a:solidFill>
              </a:rPr>
              <a:t>Step 1: Depalletizer, Mass Conveyor, &amp; Single-File Can Alignment</a:t>
            </a:r>
            <a:endParaRPr lang="en-US" sz="2000">
              <a:solidFill>
                <a:schemeClr val="tx2"/>
              </a:solidFill>
            </a:endParaRPr>
          </a:p>
          <a:p>
            <a:pPr marL="228600" indent="-228600">
              <a:lnSpc>
                <a:spcPct val="120000"/>
              </a:lnSpc>
              <a:spcBef>
                <a:spcPts val="1000"/>
              </a:spcBef>
              <a:buFont typeface="Arial" panose="020B0604020202020204" pitchFamily="34" charset="0"/>
              <a:buChar char="•"/>
            </a:pPr>
            <a:r>
              <a:rPr lang="en-US" sz="2000" b="1">
                <a:solidFill>
                  <a:schemeClr val="tx2"/>
                </a:solidFill>
              </a:rPr>
              <a:t>Step 2: Invertor 1 for Ionized Air &amp; Vacuum</a:t>
            </a:r>
            <a:endParaRPr lang="en-US" sz="2000" err="1">
              <a:solidFill>
                <a:schemeClr val="tx2"/>
              </a:solidFill>
            </a:endParaRPr>
          </a:p>
          <a:p>
            <a:pPr marL="228600" indent="-228600">
              <a:lnSpc>
                <a:spcPct val="120000"/>
              </a:lnSpc>
              <a:spcBef>
                <a:spcPts val="1000"/>
              </a:spcBef>
              <a:buFont typeface="Arial" panose="020B0604020202020204" pitchFamily="34" charset="0"/>
              <a:buChar char="•"/>
            </a:pPr>
            <a:r>
              <a:rPr lang="en-US" sz="2000" b="1">
                <a:solidFill>
                  <a:schemeClr val="tx2"/>
                </a:solidFill>
              </a:rPr>
              <a:t>Step 3: Date/Lot or Batch Code and Invertor 2 to Reorient Cans</a:t>
            </a:r>
            <a:endParaRPr lang="en-US" sz="2000">
              <a:solidFill>
                <a:schemeClr val="tx2"/>
              </a:solidFill>
            </a:endParaRPr>
          </a:p>
          <a:p>
            <a:pPr marL="228600" indent="-228600">
              <a:lnSpc>
                <a:spcPct val="120000"/>
              </a:lnSpc>
              <a:spcBef>
                <a:spcPts val="1000"/>
              </a:spcBef>
              <a:buFont typeface="Arial" panose="020B0604020202020204" pitchFamily="34" charset="0"/>
              <a:buChar char="•"/>
            </a:pPr>
            <a:r>
              <a:rPr lang="en-US" sz="2000" b="1">
                <a:solidFill>
                  <a:schemeClr val="tx2"/>
                </a:solidFill>
              </a:rPr>
              <a:t>Step 4: Can Down Sensor for Detection </a:t>
            </a:r>
            <a:endParaRPr lang="en-US" sz="2000">
              <a:solidFill>
                <a:schemeClr val="tx2"/>
              </a:solidFill>
            </a:endParaRPr>
          </a:p>
          <a:p>
            <a:pPr marL="228600" indent="-228600">
              <a:lnSpc>
                <a:spcPct val="120000"/>
              </a:lnSpc>
              <a:spcBef>
                <a:spcPts val="1000"/>
              </a:spcBef>
              <a:buFont typeface="Arial" panose="020B0604020202020204" pitchFamily="34" charset="0"/>
              <a:buChar char="•"/>
            </a:pPr>
            <a:r>
              <a:rPr lang="en-US" sz="2000" b="1">
                <a:solidFill>
                  <a:schemeClr val="tx2"/>
                </a:solidFill>
              </a:rPr>
              <a:t>Step 5: CO2, Filled, &amp; Sealed via Double Seaming Process</a:t>
            </a:r>
            <a:endParaRPr lang="en-US" sz="2000">
              <a:solidFill>
                <a:schemeClr val="tx2"/>
              </a:solidFill>
            </a:endParaRPr>
          </a:p>
          <a:p>
            <a:pPr marL="228600" indent="-228600">
              <a:lnSpc>
                <a:spcPct val="120000"/>
              </a:lnSpc>
              <a:spcBef>
                <a:spcPts val="1000"/>
              </a:spcBef>
              <a:buFont typeface="Arial" panose="020B0604020202020204" pitchFamily="34" charset="0"/>
              <a:buChar char="•"/>
            </a:pPr>
            <a:r>
              <a:rPr lang="en-US" sz="2000" b="1">
                <a:solidFill>
                  <a:schemeClr val="tx2"/>
                </a:solidFill>
              </a:rPr>
              <a:t>Step 6: X-Ray Machine, High/Low Fill Level Check</a:t>
            </a:r>
            <a:endParaRPr lang="en-US" sz="2000">
              <a:solidFill>
                <a:schemeClr val="tx2"/>
              </a:solidFill>
            </a:endParaRPr>
          </a:p>
          <a:p>
            <a:pPr marL="228600" indent="-228600">
              <a:lnSpc>
                <a:spcPct val="120000"/>
              </a:lnSpc>
              <a:spcBef>
                <a:spcPts val="1000"/>
              </a:spcBef>
              <a:buFont typeface="Arial" panose="020B0604020202020204" pitchFamily="34" charset="0"/>
              <a:buChar char="•"/>
            </a:pPr>
            <a:r>
              <a:rPr lang="en-US" sz="2000" b="1">
                <a:solidFill>
                  <a:schemeClr val="tx2"/>
                </a:solidFill>
              </a:rPr>
              <a:t>Step 7: Packaging Area to Different Packaging Formats</a:t>
            </a:r>
          </a:p>
          <a:p>
            <a:pPr marL="228600" indent="-228600">
              <a:lnSpc>
                <a:spcPct val="120000"/>
              </a:lnSpc>
              <a:spcBef>
                <a:spcPts val="1000"/>
              </a:spcBef>
              <a:buFont typeface="Arial" panose="020B0604020202020204" pitchFamily="34" charset="0"/>
              <a:buChar char="•"/>
            </a:pPr>
            <a:r>
              <a:rPr lang="en-US" sz="2000" b="1">
                <a:solidFill>
                  <a:schemeClr val="tx2"/>
                </a:solidFill>
              </a:rPr>
              <a:t>Step 8: Manual Finished Case Packaging</a:t>
            </a:r>
            <a:endParaRPr lang="en-US" sz="2000">
              <a:solidFill>
                <a:schemeClr val="tx2"/>
              </a:solidFill>
            </a:endParaRPr>
          </a:p>
          <a:p>
            <a:pPr marL="228600" lvl="1" indent="-228600">
              <a:lnSpc>
                <a:spcPct val="120000"/>
              </a:lnSpc>
              <a:spcBef>
                <a:spcPts val="1000"/>
              </a:spcBef>
              <a:buFont typeface="Arial" panose="020B0604020202020204" pitchFamily="34" charset="0"/>
              <a:buChar char="•"/>
            </a:pPr>
            <a:endParaRPr lang="en-US" sz="1400">
              <a:solidFill>
                <a:schemeClr val="tx2"/>
              </a:solidFill>
            </a:endParaRPr>
          </a:p>
        </p:txBody>
      </p:sp>
      <p:pic>
        <p:nvPicPr>
          <p:cNvPr id="3" name="Picture 2" descr="a group of cans on a conveyor belt">
            <a:extLst>
              <a:ext uri="{FF2B5EF4-FFF2-40B4-BE49-F238E27FC236}">
                <a16:creationId xmlns:a16="http://schemas.microsoft.com/office/drawing/2014/main" id="{49DA9800-FDFF-3507-6CDB-4FE514918B05}"/>
              </a:ext>
            </a:extLst>
          </p:cNvPr>
          <p:cNvPicPr>
            <a:picLocks noChangeAspect="1"/>
          </p:cNvPicPr>
          <p:nvPr/>
        </p:nvPicPr>
        <p:blipFill>
          <a:blip r:embed="rId3"/>
          <a:srcRect l="13780" r="11478" b="2"/>
          <a:stretch>
            <a:fillRect/>
          </a:stretch>
        </p:blipFill>
        <p:spPr>
          <a:xfrm>
            <a:off x="6412229" y="236350"/>
            <a:ext cx="5416956" cy="5029199"/>
          </a:xfrm>
          <a:prstGeom prst="rect">
            <a:avLst/>
          </a:prstGeom>
          <a:noFill/>
        </p:spPr>
      </p:pic>
      <p:sp>
        <p:nvSpPr>
          <p:cNvPr id="10" name="Footer Placeholder 4">
            <a:extLst>
              <a:ext uri="{FF2B5EF4-FFF2-40B4-BE49-F238E27FC236}">
                <a16:creationId xmlns:a16="http://schemas.microsoft.com/office/drawing/2014/main" id="{577B6B22-856B-79E5-3C09-B43CF61E47A3}"/>
              </a:ext>
            </a:extLst>
          </p:cNvPr>
          <p:cNvSpPr>
            <a:spLocks noGrp="1"/>
          </p:cNvSpPr>
          <p:nvPr>
            <p:ph type="ftr" sz="quarter" idx="11"/>
          </p:nvPr>
        </p:nvSpPr>
        <p:spPr>
          <a:xfrm>
            <a:off x="11206847" y="5785732"/>
            <a:ext cx="919756" cy="860793"/>
          </a:xfrm>
        </p:spPr>
        <p:txBody>
          <a:bodyPr vert="horz" lIns="91440" tIns="45720" rIns="91440" bIns="45720" rtlCol="0" anchor="ctr">
            <a:noAutofit/>
          </a:bodyPr>
          <a:lstStyle/>
          <a:p>
            <a:pPr>
              <a:lnSpc>
                <a:spcPct val="90000"/>
              </a:lnSpc>
              <a:spcAft>
                <a:spcPts val="600"/>
              </a:spcAft>
            </a:pPr>
            <a:r>
              <a:rPr lang="en-US" sz="1800" b="1" kern="1200" cap="all" spc="60" baseline="0">
                <a:latin typeface="+mn-lt"/>
                <a:ea typeface="+mn-ea"/>
                <a:cs typeface="+mn-cs"/>
              </a:rPr>
              <a:t>
              Liya</a:t>
            </a:r>
            <a:endParaRPr lang="en-US" sz="1800" b="1" kern="1200" cap="all" spc="60" baseline="0">
              <a:latin typeface="+mn-lt"/>
            </a:endParaRPr>
          </a:p>
        </p:txBody>
      </p:sp>
      <p:sp>
        <p:nvSpPr>
          <p:cNvPr id="12" name="Date Placeholder 5">
            <a:extLst>
              <a:ext uri="{FF2B5EF4-FFF2-40B4-BE49-F238E27FC236}">
                <a16:creationId xmlns:a16="http://schemas.microsoft.com/office/drawing/2014/main" id="{49153DD0-9B33-D06C-1632-73A67EE51A4C}"/>
              </a:ext>
            </a:extLst>
          </p:cNvPr>
          <p:cNvSpPr>
            <a:spLocks noGrp="1"/>
          </p:cNvSpPr>
          <p:nvPr>
            <p:ph type="dt" sz="half" idx="10"/>
          </p:nvPr>
        </p:nvSpPr>
        <p:spPr>
          <a:xfrm>
            <a:off x="10058400" y="6029868"/>
            <a:ext cx="1179576" cy="365125"/>
          </a:xfrm>
        </p:spPr>
        <p:txBody>
          <a:bodyPr vert="horz" lIns="91440" tIns="45720" rIns="91440" bIns="45720" rtlCol="0" anchor="ctr">
            <a:normAutofit/>
          </a:bodyPr>
          <a:lstStyle/>
          <a:p>
            <a:pPr>
              <a:spcAft>
                <a:spcPts val="600"/>
              </a:spcAft>
            </a:pPr>
            <a:fld id="{AA090800-5986-4333-8157-3983068E57BA}" type="datetime1">
              <a:rPr lang="en-US" smtClean="0"/>
              <a:pPr>
                <a:spcAft>
                  <a:spcPts val="600"/>
                </a:spcAft>
              </a:pPr>
              <a:t>9/22/2026</a:t>
            </a:fld>
            <a:endParaRPr lang="en-US"/>
          </a:p>
        </p:txBody>
      </p:sp>
      <p:sp>
        <p:nvSpPr>
          <p:cNvPr id="14" name="Slide Number Placeholder 6">
            <a:extLst>
              <a:ext uri="{FF2B5EF4-FFF2-40B4-BE49-F238E27FC236}">
                <a16:creationId xmlns:a16="http://schemas.microsoft.com/office/drawing/2014/main" id="{0B5FA456-A505-423D-7130-2930E5FB3750}"/>
              </a:ext>
            </a:extLst>
          </p:cNvPr>
          <p:cNvSpPr>
            <a:spLocks noGrp="1"/>
          </p:cNvSpPr>
          <p:nvPr>
            <p:ph type="sldNum" sz="quarter" idx="12"/>
          </p:nvPr>
        </p:nvSpPr>
        <p:spPr>
          <a:xfrm>
            <a:off x="11238206" y="6029868"/>
            <a:ext cx="429372" cy="365125"/>
          </a:xfrm>
        </p:spPr>
        <p:txBody>
          <a:bodyPr vert="horz" lIns="91440" tIns="45720" rIns="91440" bIns="45720" rtlCol="0" anchor="ctr">
            <a:normAutofit/>
          </a:bodyPr>
          <a:lstStyle/>
          <a:p>
            <a:pPr>
              <a:spcAft>
                <a:spcPts val="600"/>
              </a:spcAft>
            </a:pPr>
            <a:fld id="{27F8DDA4-3B80-4E8A-A8F5-521F73BF9127}" type="slidenum">
              <a:rPr lang="en-US" smtClean="0"/>
              <a:pPr>
                <a:spcAft>
                  <a:spcPts val="600"/>
                </a:spcAft>
              </a:pPr>
              <a:t>3</a:t>
            </a:fld>
            <a:endParaRPr lang="en-US"/>
          </a:p>
        </p:txBody>
      </p:sp>
    </p:spTree>
    <p:extLst>
      <p:ext uri="{BB962C8B-B14F-4D97-AF65-F5344CB8AC3E}">
        <p14:creationId xmlns:p14="http://schemas.microsoft.com/office/powerpoint/2010/main" val="2438315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59F8F-BB12-41C6-9FA8-B8DCCB8F3EE7}"/>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CBAC6BA-4107-C91F-74FE-EC67E5392FDB}"/>
              </a:ext>
            </a:extLst>
          </p:cNvPr>
          <p:cNvPicPr>
            <a:picLocks noGrp="1" noChangeAspect="1"/>
          </p:cNvPicPr>
          <p:nvPr>
            <p:ph type="pic" sz="quarter" idx="13"/>
          </p:nvPr>
        </p:nvPicPr>
        <p:blipFill>
          <a:blip r:embed="rId3"/>
          <a:stretch/>
        </p:blipFill>
        <p:spPr>
          <a:xfrm>
            <a:off x="1121092" y="0"/>
            <a:ext cx="5606415" cy="6858000"/>
          </a:xfrm>
          <a:prstGeom prst="rect">
            <a:avLst/>
          </a:prstGeom>
          <a:noFill/>
        </p:spPr>
      </p:pic>
      <p:sp>
        <p:nvSpPr>
          <p:cNvPr id="2" name="Title 1">
            <a:extLst>
              <a:ext uri="{FF2B5EF4-FFF2-40B4-BE49-F238E27FC236}">
                <a16:creationId xmlns:a16="http://schemas.microsoft.com/office/drawing/2014/main" id="{604C12D8-7383-E58F-886B-52F0DC5EFFAE}"/>
              </a:ext>
            </a:extLst>
          </p:cNvPr>
          <p:cNvSpPr>
            <a:spLocks noGrp="1"/>
          </p:cNvSpPr>
          <p:nvPr>
            <p:ph type="title"/>
          </p:nvPr>
        </p:nvSpPr>
        <p:spPr>
          <a:xfrm>
            <a:off x="7486742" y="164240"/>
            <a:ext cx="4179115" cy="1238453"/>
          </a:xfrm>
        </p:spPr>
        <p:txBody>
          <a:bodyPr vert="horz" lIns="137160" tIns="45720" rIns="91440" bIns="137160" rtlCol="0" anchor="b">
            <a:normAutofit/>
          </a:bodyPr>
          <a:lstStyle/>
          <a:p>
            <a:r>
              <a:rPr lang="en-US" kern="1200" cap="all" baseline="0">
                <a:solidFill>
                  <a:schemeClr val="accent1"/>
                </a:solidFill>
                <a:latin typeface="+mj-lt"/>
                <a:ea typeface="+mj-ea"/>
                <a:cs typeface="+mj-cs"/>
              </a:rPr>
              <a:t>Tab 2: Variety Pack Production Process</a:t>
            </a:r>
            <a:endParaRPr lang="en-US" kern="1200" cap="all" baseline="0">
              <a:solidFill>
                <a:schemeClr val="accent1"/>
              </a:solidFill>
              <a:latin typeface="+mj-lt"/>
            </a:endParaRPr>
          </a:p>
        </p:txBody>
      </p:sp>
      <p:sp>
        <p:nvSpPr>
          <p:cNvPr id="7" name="TextBox 6">
            <a:extLst>
              <a:ext uri="{FF2B5EF4-FFF2-40B4-BE49-F238E27FC236}">
                <a16:creationId xmlns:a16="http://schemas.microsoft.com/office/drawing/2014/main" id="{8468564F-DF32-4797-8201-5126536CFCD5}"/>
              </a:ext>
            </a:extLst>
          </p:cNvPr>
          <p:cNvSpPr txBox="1"/>
          <p:nvPr/>
        </p:nvSpPr>
        <p:spPr>
          <a:xfrm>
            <a:off x="7515737" y="1499526"/>
            <a:ext cx="4145318" cy="453259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20000"/>
              </a:lnSpc>
              <a:spcBef>
                <a:spcPts val="1000"/>
              </a:spcBef>
              <a:buFont typeface="Arial" panose="020B0604020202020204" pitchFamily="34" charset="0"/>
              <a:buChar char="•"/>
            </a:pPr>
            <a:r>
              <a:rPr lang="en-US" sz="1600">
                <a:solidFill>
                  <a:schemeClr val="tx2"/>
                </a:solidFill>
              </a:rPr>
              <a:t>Typically 5 and/or 2 Person Manual Process</a:t>
            </a:r>
          </a:p>
          <a:p>
            <a:pPr marL="228600" indent="-228600">
              <a:lnSpc>
                <a:spcPct val="120000"/>
              </a:lnSpc>
              <a:spcBef>
                <a:spcPts val="1000"/>
              </a:spcBef>
              <a:buFont typeface="Arial" panose="020B0604020202020204" pitchFamily="34" charset="0"/>
              <a:buChar char="•"/>
            </a:pPr>
            <a:r>
              <a:rPr lang="en-US" sz="1600">
                <a:solidFill>
                  <a:schemeClr val="tx2"/>
                </a:solidFill>
              </a:rPr>
              <a:t>2  Workers Open and Remove Cans from Cases</a:t>
            </a:r>
            <a:endParaRPr lang="en-US">
              <a:solidFill>
                <a:schemeClr val="tx2"/>
              </a:solidFill>
            </a:endParaRPr>
          </a:p>
          <a:p>
            <a:pPr marL="228600" indent="-228600">
              <a:lnSpc>
                <a:spcPct val="120000"/>
              </a:lnSpc>
              <a:spcBef>
                <a:spcPts val="1000"/>
              </a:spcBef>
              <a:buFont typeface="Arial" panose="020B0604020202020204" pitchFamily="34" charset="0"/>
              <a:buChar char="•"/>
            </a:pPr>
            <a:r>
              <a:rPr lang="en-US" sz="1600">
                <a:solidFill>
                  <a:schemeClr val="tx2"/>
                </a:solidFill>
              </a:rPr>
              <a:t>Empty Boxes Reused as Variety Pack Boxes</a:t>
            </a:r>
            <a:endParaRPr lang="en-US">
              <a:solidFill>
                <a:schemeClr val="tx2"/>
              </a:solidFill>
            </a:endParaRPr>
          </a:p>
          <a:p>
            <a:pPr marL="228600" indent="-228600">
              <a:lnSpc>
                <a:spcPct val="120000"/>
              </a:lnSpc>
              <a:spcBef>
                <a:spcPts val="1000"/>
              </a:spcBef>
              <a:buFont typeface="Arial" panose="020B0604020202020204" pitchFamily="34" charset="0"/>
              <a:buChar char="•"/>
            </a:pPr>
            <a:r>
              <a:rPr lang="en-US" sz="1600">
                <a:solidFill>
                  <a:schemeClr val="tx2"/>
                </a:solidFill>
              </a:rPr>
              <a:t>3 Flavor  Types Placed on Conveyor Belt</a:t>
            </a:r>
          </a:p>
          <a:p>
            <a:pPr marL="228600" indent="-228600">
              <a:lnSpc>
                <a:spcPct val="120000"/>
              </a:lnSpc>
              <a:spcBef>
                <a:spcPts val="1000"/>
              </a:spcBef>
              <a:buFont typeface="Arial" panose="020B0604020202020204" pitchFamily="34" charset="0"/>
              <a:buChar char="•"/>
            </a:pPr>
            <a:r>
              <a:rPr lang="en-US" sz="1600">
                <a:solidFill>
                  <a:schemeClr val="tx2"/>
                </a:solidFill>
              </a:rPr>
              <a:t>2  Workers Select Cans to Put into Boxes</a:t>
            </a:r>
          </a:p>
          <a:p>
            <a:pPr marL="228600" indent="-228600">
              <a:lnSpc>
                <a:spcPct val="120000"/>
              </a:lnSpc>
              <a:spcBef>
                <a:spcPts val="1000"/>
              </a:spcBef>
              <a:buFont typeface="Arial" panose="020B0604020202020204" pitchFamily="34" charset="0"/>
              <a:buChar char="•"/>
            </a:pPr>
            <a:r>
              <a:rPr lang="en-US" sz="1600">
                <a:solidFill>
                  <a:schemeClr val="tx2"/>
                </a:solidFill>
              </a:rPr>
              <a:t>Each Pack = 12 Cans (4 Cans x 3 Flavors)</a:t>
            </a:r>
          </a:p>
          <a:p>
            <a:pPr marL="228600" indent="-228600">
              <a:lnSpc>
                <a:spcPct val="120000"/>
              </a:lnSpc>
              <a:spcBef>
                <a:spcPts val="1000"/>
              </a:spcBef>
              <a:buFont typeface="Arial" panose="020B0604020202020204" pitchFamily="34" charset="0"/>
              <a:buChar char="•"/>
            </a:pPr>
            <a:r>
              <a:rPr lang="en-US" sz="1600">
                <a:solidFill>
                  <a:schemeClr val="tx2"/>
                </a:solidFill>
              </a:rPr>
              <a:t>Flavors Change; Pale Ale, IPA Variation</a:t>
            </a:r>
          </a:p>
          <a:p>
            <a:pPr marL="685800" lvl="1" indent="-228600">
              <a:lnSpc>
                <a:spcPct val="120000"/>
              </a:lnSpc>
              <a:spcBef>
                <a:spcPts val="1000"/>
              </a:spcBef>
              <a:buFont typeface="Courier New" panose="020B0604020202020204" pitchFamily="34" charset="0"/>
              <a:buChar char="o"/>
            </a:pPr>
            <a:r>
              <a:rPr lang="en-US" sz="1600">
                <a:solidFill>
                  <a:schemeClr val="tx2"/>
                </a:solidFill>
              </a:rPr>
              <a:t>Examples: </a:t>
            </a:r>
            <a:r>
              <a:rPr lang="en-US" sz="1600" err="1">
                <a:solidFill>
                  <a:schemeClr val="tx2"/>
                </a:solidFill>
              </a:rPr>
              <a:t>Philthy</a:t>
            </a:r>
            <a:r>
              <a:rPr lang="en-US" sz="1600">
                <a:solidFill>
                  <a:schemeClr val="tx2"/>
                </a:solidFill>
              </a:rPr>
              <a:t>, Gold, Trash talk</a:t>
            </a:r>
          </a:p>
          <a:p>
            <a:pPr marL="228600" indent="-228600">
              <a:lnSpc>
                <a:spcPct val="120000"/>
              </a:lnSpc>
              <a:spcBef>
                <a:spcPts val="1000"/>
              </a:spcBef>
              <a:buFont typeface="Arial" panose="020B0604020202020204" pitchFamily="34" charset="0"/>
              <a:buChar char="•"/>
            </a:pPr>
            <a:r>
              <a:rPr lang="en-US" sz="1600">
                <a:solidFill>
                  <a:schemeClr val="tx2"/>
                </a:solidFill>
              </a:rPr>
              <a:t>After Filling, 1 Worker Seals via Glue Machine</a:t>
            </a:r>
          </a:p>
          <a:p>
            <a:pPr marL="228600" indent="-228600">
              <a:lnSpc>
                <a:spcPct val="120000"/>
              </a:lnSpc>
              <a:spcBef>
                <a:spcPts val="1000"/>
              </a:spcBef>
              <a:buFont typeface="Arial" panose="020B0604020202020204" pitchFamily="34" charset="0"/>
              <a:buChar char="•"/>
            </a:pPr>
            <a:r>
              <a:rPr lang="en-US" sz="1600">
                <a:solidFill>
                  <a:schemeClr val="tx2"/>
                </a:solidFill>
              </a:rPr>
              <a:t>Stacked for Shipment</a:t>
            </a:r>
          </a:p>
          <a:p>
            <a:pPr marL="228600" indent="-228600">
              <a:lnSpc>
                <a:spcPct val="120000"/>
              </a:lnSpc>
              <a:spcBef>
                <a:spcPts val="1000"/>
              </a:spcBef>
              <a:buFont typeface="Arial" panose="020B0604020202020204" pitchFamily="34" charset="0"/>
              <a:buChar char="•"/>
            </a:pPr>
            <a:r>
              <a:rPr lang="en-US" sz="1600">
                <a:solidFill>
                  <a:schemeClr val="tx2"/>
                </a:solidFill>
              </a:rPr>
              <a:t>Manual: Quality, Counting, Inventory Issues</a:t>
            </a:r>
          </a:p>
        </p:txBody>
      </p:sp>
      <p:sp>
        <p:nvSpPr>
          <p:cNvPr id="11" name="Footer Placeholder 4">
            <a:extLst>
              <a:ext uri="{FF2B5EF4-FFF2-40B4-BE49-F238E27FC236}">
                <a16:creationId xmlns:a16="http://schemas.microsoft.com/office/drawing/2014/main" id="{3EABA465-DC82-2057-83C3-834BDBF61FF7}"/>
              </a:ext>
            </a:extLst>
          </p:cNvPr>
          <p:cNvSpPr>
            <a:spLocks noGrp="1"/>
          </p:cNvSpPr>
          <p:nvPr>
            <p:ph type="ftr" sz="quarter" idx="11"/>
          </p:nvPr>
        </p:nvSpPr>
        <p:spPr>
          <a:xfrm>
            <a:off x="8439912" y="6029868"/>
            <a:ext cx="1911096" cy="365125"/>
          </a:xfrm>
        </p:spPr>
        <p:txBody>
          <a:bodyPr vert="horz" lIns="91440" tIns="45720" rIns="91440" bIns="45720" rtlCol="0" anchor="ctr">
            <a:normAutofit/>
          </a:bodyPr>
          <a:lstStyle/>
          <a:p>
            <a:pPr>
              <a:lnSpc>
                <a:spcPct val="90000"/>
              </a:lnSpc>
              <a:spcAft>
                <a:spcPts val="600"/>
              </a:spcAft>
            </a:pPr>
            <a:r>
              <a:rPr lang="en-US" sz="700" b="1" kern="1200" cap="all" spc="60" baseline="0">
                <a:latin typeface="+mn-lt"/>
                <a:ea typeface="+mn-ea"/>
                <a:cs typeface="+mn-cs"/>
              </a:rPr>
              <a:t>
              </a:t>
            </a:r>
          </a:p>
        </p:txBody>
      </p:sp>
      <p:sp>
        <p:nvSpPr>
          <p:cNvPr id="13" name="Date Placeholder 5">
            <a:extLst>
              <a:ext uri="{FF2B5EF4-FFF2-40B4-BE49-F238E27FC236}">
                <a16:creationId xmlns:a16="http://schemas.microsoft.com/office/drawing/2014/main" id="{B7FA2853-E863-8BFA-89E0-078F6A60F378}"/>
              </a:ext>
            </a:extLst>
          </p:cNvPr>
          <p:cNvSpPr>
            <a:spLocks noGrp="1"/>
          </p:cNvSpPr>
          <p:nvPr>
            <p:ph type="dt" sz="half" idx="10"/>
          </p:nvPr>
        </p:nvSpPr>
        <p:spPr>
          <a:xfrm>
            <a:off x="10351008" y="6029868"/>
            <a:ext cx="890077" cy="365125"/>
          </a:xfrm>
        </p:spPr>
        <p:txBody>
          <a:bodyPr vert="horz" lIns="91440" tIns="45720" rIns="91440" bIns="45720" rtlCol="0" anchor="ctr">
            <a:normAutofit/>
          </a:bodyPr>
          <a:lstStyle/>
          <a:p>
            <a:pPr>
              <a:spcAft>
                <a:spcPts val="600"/>
              </a:spcAft>
            </a:pPr>
            <a:fld id="{0FDE5B32-D204-4A71-93D0-055BFF9C624F}" type="datetime1">
              <a:rPr lang="en-US" smtClean="0"/>
              <a:pPr>
                <a:spcAft>
                  <a:spcPts val="600"/>
                </a:spcAft>
              </a:pPr>
              <a:t>9/22/2026</a:t>
            </a:fld>
            <a:endParaRPr lang="en-US"/>
          </a:p>
        </p:txBody>
      </p:sp>
      <p:sp>
        <p:nvSpPr>
          <p:cNvPr id="15" name="Slide Number Placeholder 6">
            <a:extLst>
              <a:ext uri="{FF2B5EF4-FFF2-40B4-BE49-F238E27FC236}">
                <a16:creationId xmlns:a16="http://schemas.microsoft.com/office/drawing/2014/main" id="{51D3570D-FE2B-A09C-EABD-ADFDC5529F45}"/>
              </a:ext>
            </a:extLst>
          </p:cNvPr>
          <p:cNvSpPr>
            <a:spLocks noGrp="1"/>
          </p:cNvSpPr>
          <p:nvPr>
            <p:ph type="sldNum" sz="quarter" idx="12"/>
          </p:nvPr>
        </p:nvSpPr>
        <p:spPr>
          <a:xfrm>
            <a:off x="11233434" y="6029868"/>
            <a:ext cx="429372" cy="365125"/>
          </a:xfrm>
        </p:spPr>
        <p:txBody>
          <a:bodyPr vert="horz" lIns="91440" tIns="45720" rIns="91440" bIns="45720" rtlCol="0" anchor="ctr">
            <a:normAutofit/>
          </a:bodyPr>
          <a:lstStyle/>
          <a:p>
            <a:pPr>
              <a:spcAft>
                <a:spcPts val="600"/>
              </a:spcAft>
            </a:pPr>
            <a:fld id="{27F8DDA4-3B80-4E8A-A8F5-521F73BF9127}" type="slidenum">
              <a:rPr lang="en-US" smtClean="0"/>
              <a:pPr>
                <a:spcAft>
                  <a:spcPts val="600"/>
                </a:spcAft>
              </a:pPr>
              <a:t>4</a:t>
            </a:fld>
            <a:endParaRPr lang="en-US"/>
          </a:p>
        </p:txBody>
      </p:sp>
      <p:sp>
        <p:nvSpPr>
          <p:cNvPr id="9" name="Footer Placeholder 4">
            <a:extLst>
              <a:ext uri="{FF2B5EF4-FFF2-40B4-BE49-F238E27FC236}">
                <a16:creationId xmlns:a16="http://schemas.microsoft.com/office/drawing/2014/main" id="{E50CDB4F-9691-62FD-FF5B-0855DB5E2D16}"/>
              </a:ext>
            </a:extLst>
          </p:cNvPr>
          <p:cNvSpPr txBox="1">
            <a:spLocks/>
          </p:cNvSpPr>
          <p:nvPr/>
        </p:nvSpPr>
        <p:spPr>
          <a:xfrm>
            <a:off x="11369604" y="6029867"/>
            <a:ext cx="941950" cy="609260"/>
          </a:xfrm>
          <a:prstGeom prst="rect">
            <a:avLst/>
          </a:prstGeom>
          <a:noFill/>
        </p:spPr>
        <p:txBody>
          <a:bodyPr vert="horz" lIns="91440" tIns="45720" rIns="91440" bIns="45720" rtlCol="0" anchor="ctr">
            <a:noAutofit/>
          </a:bodyPr>
          <a:lstStyle>
            <a:defPPr>
              <a:defRPr lang="en-US"/>
            </a:defPPr>
            <a:lvl1pPr marL="0" algn="l" defTabSz="914400" rtl="0" eaLnBrk="1" latinLnBrk="0" hangingPunct="1">
              <a:defRPr sz="900" b="1" kern="1200" cap="all" spc="6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sz="1800"/>
              <a:t>
              Liya</a:t>
            </a:r>
          </a:p>
        </p:txBody>
      </p:sp>
    </p:spTree>
    <p:extLst>
      <p:ext uri="{BB962C8B-B14F-4D97-AF65-F5344CB8AC3E}">
        <p14:creationId xmlns:p14="http://schemas.microsoft.com/office/powerpoint/2010/main" val="2005350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0D1E3-E299-51ED-F4B6-8E052AF6B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E8D8D5-F4A5-8CA3-8965-4106C5909ED3}"/>
              </a:ext>
            </a:extLst>
          </p:cNvPr>
          <p:cNvSpPr>
            <a:spLocks noGrp="1"/>
          </p:cNvSpPr>
          <p:nvPr>
            <p:ph type="title"/>
          </p:nvPr>
        </p:nvSpPr>
        <p:spPr>
          <a:xfrm>
            <a:off x="603504" y="198553"/>
            <a:ext cx="7080321" cy="1166270"/>
          </a:xfrm>
        </p:spPr>
        <p:txBody>
          <a:bodyPr anchor="b">
            <a:normAutofit/>
          </a:bodyPr>
          <a:lstStyle/>
          <a:p>
            <a:r>
              <a:rPr lang="en-US">
                <a:solidFill>
                  <a:schemeClr val="accent1"/>
                </a:solidFill>
              </a:rPr>
              <a:t>Tab 3: Variety Can Types and Packaging</a:t>
            </a:r>
          </a:p>
        </p:txBody>
      </p:sp>
      <p:sp>
        <p:nvSpPr>
          <p:cNvPr id="3" name="Content Placeholder 2">
            <a:extLst>
              <a:ext uri="{FF2B5EF4-FFF2-40B4-BE49-F238E27FC236}">
                <a16:creationId xmlns:a16="http://schemas.microsoft.com/office/drawing/2014/main" id="{80001414-7AE9-430A-EA3C-6DB59BEA2D7B}"/>
              </a:ext>
            </a:extLst>
          </p:cNvPr>
          <p:cNvSpPr>
            <a:spLocks noGrp="1"/>
          </p:cNvSpPr>
          <p:nvPr>
            <p:ph idx="1"/>
          </p:nvPr>
        </p:nvSpPr>
        <p:spPr>
          <a:xfrm>
            <a:off x="605432" y="1586087"/>
            <a:ext cx="7931945" cy="3956485"/>
          </a:xfrm>
        </p:spPr>
        <p:txBody>
          <a:bodyPr vert="horz" lIns="91440" tIns="45720" rIns="91440" bIns="45720" rtlCol="0" anchor="t">
            <a:noAutofit/>
          </a:bodyPr>
          <a:lstStyle/>
          <a:p>
            <a:pPr marL="285750" indent="-285750">
              <a:lnSpc>
                <a:spcPct val="110000"/>
              </a:lnSpc>
              <a:buChar char="•"/>
            </a:pPr>
            <a:r>
              <a:rPr lang="en-US" sz="1600"/>
              <a:t>Yards canning line only produces single beer SKUs per day, and stores cans destined for variety packaging in variety boxes</a:t>
            </a:r>
          </a:p>
          <a:p>
            <a:pPr marL="285750" indent="-285750">
              <a:lnSpc>
                <a:spcPct val="110000"/>
              </a:lnSpc>
              <a:buFont typeface="Arial,Sans-Serif" panose="020B0604020202020204" pitchFamily="34" charset="0"/>
            </a:pPr>
            <a:r>
              <a:rPr lang="en-US" sz="1600"/>
              <a:t>Yards uses a "variety stitch" on variety boxes, so that they can be then reused when put into proper configuration</a:t>
            </a:r>
          </a:p>
          <a:p>
            <a:pPr marL="285750" indent="-285750">
              <a:lnSpc>
                <a:spcPct val="110000"/>
              </a:lnSpc>
              <a:buChar char="•"/>
            </a:pPr>
            <a:r>
              <a:rPr lang="en-US" sz="1600"/>
              <a:t>Current main variety packaging type includes 3 beer types, and 4 cans per type for a total of 12 cans in a variety box</a:t>
            </a:r>
          </a:p>
          <a:p>
            <a:pPr marL="285750" indent="-285750">
              <a:lnSpc>
                <a:spcPct val="110000"/>
              </a:lnSpc>
            </a:pPr>
            <a:r>
              <a:rPr lang="en-US" sz="1600"/>
              <a:t>Historically, there have been 4, and 2 product configurations, but the can size remains the same across all configurations (12oz)</a:t>
            </a:r>
          </a:p>
          <a:p>
            <a:pPr marL="285750" indent="-285750">
              <a:lnSpc>
                <a:spcPct val="110000"/>
              </a:lnSpc>
              <a:buChar char="•"/>
            </a:pPr>
            <a:r>
              <a:rPr lang="en-US" sz="1600"/>
              <a:t>Yards loads same can types into the same conveyor belt lanes that push the cans to the next station</a:t>
            </a:r>
          </a:p>
          <a:p>
            <a:pPr marL="285750" indent="-285750">
              <a:lnSpc>
                <a:spcPct val="110000"/>
              </a:lnSpc>
              <a:buChar char="•"/>
            </a:pPr>
            <a:r>
              <a:rPr lang="en-US" sz="1600"/>
              <a:t>Cans are side-loaded horizontally into the reused variety box, so there's room for can loading automation</a:t>
            </a:r>
          </a:p>
          <a:p>
            <a:pPr marL="285750" indent="-285750">
              <a:lnSpc>
                <a:spcPct val="110000"/>
              </a:lnSpc>
              <a:buChar char="•"/>
            </a:pPr>
            <a:r>
              <a:rPr lang="en-US" sz="1600"/>
              <a:t>Aluminum cans are fragile, so any pushing/gating mechanism should minimize or prevent any damaging impacts.</a:t>
            </a:r>
          </a:p>
        </p:txBody>
      </p:sp>
      <p:pic>
        <p:nvPicPr>
          <p:cNvPr id="4" name="Picture 3">
            <a:extLst>
              <a:ext uri="{FF2B5EF4-FFF2-40B4-BE49-F238E27FC236}">
                <a16:creationId xmlns:a16="http://schemas.microsoft.com/office/drawing/2014/main" id="{5699694F-668D-D00E-F226-AB4F21A9C5ED}"/>
              </a:ext>
            </a:extLst>
          </p:cNvPr>
          <p:cNvPicPr>
            <a:picLocks noChangeAspect="1"/>
          </p:cNvPicPr>
          <p:nvPr/>
        </p:nvPicPr>
        <p:blipFill>
          <a:blip r:embed="rId2"/>
          <a:stretch>
            <a:fillRect/>
          </a:stretch>
        </p:blipFill>
        <p:spPr>
          <a:xfrm>
            <a:off x="8685541" y="1588821"/>
            <a:ext cx="3289516" cy="3302432"/>
          </a:xfrm>
          <a:prstGeom prst="rect">
            <a:avLst/>
          </a:prstGeom>
          <a:noFill/>
        </p:spPr>
      </p:pic>
      <p:sp>
        <p:nvSpPr>
          <p:cNvPr id="10" name="Date Placeholder 4">
            <a:extLst>
              <a:ext uri="{FF2B5EF4-FFF2-40B4-BE49-F238E27FC236}">
                <a16:creationId xmlns:a16="http://schemas.microsoft.com/office/drawing/2014/main" id="{BC0B3272-1E77-A596-9406-1E298D855CF8}"/>
              </a:ext>
            </a:extLst>
          </p:cNvPr>
          <p:cNvSpPr>
            <a:spLocks noGrp="1"/>
          </p:cNvSpPr>
          <p:nvPr>
            <p:ph type="dt" sz="half" idx="10"/>
          </p:nvPr>
        </p:nvSpPr>
        <p:spPr>
          <a:xfrm>
            <a:off x="10058400" y="6029868"/>
            <a:ext cx="1179576" cy="365125"/>
          </a:xfrm>
        </p:spPr>
        <p:txBody>
          <a:bodyPr anchor="ctr">
            <a:normAutofit/>
          </a:bodyPr>
          <a:lstStyle/>
          <a:p>
            <a:pPr>
              <a:spcAft>
                <a:spcPts val="600"/>
              </a:spcAft>
            </a:pPr>
            <a:fld id="{584ED403-CF29-4FBC-97B2-0633CFF08F62}" type="datetime1">
              <a:rPr lang="en-US" smtClean="0"/>
              <a:pPr>
                <a:spcAft>
                  <a:spcPts val="600"/>
                </a:spcAft>
              </a:pPr>
              <a:t>9/22/2026</a:t>
            </a:fld>
            <a:endParaRPr lang="en-US"/>
          </a:p>
        </p:txBody>
      </p:sp>
      <p:sp>
        <p:nvSpPr>
          <p:cNvPr id="12" name="Slide Number Placeholder 5">
            <a:extLst>
              <a:ext uri="{FF2B5EF4-FFF2-40B4-BE49-F238E27FC236}">
                <a16:creationId xmlns:a16="http://schemas.microsoft.com/office/drawing/2014/main" id="{C056A14E-43ED-9708-0C9A-B06A2A8D36D9}"/>
              </a:ext>
            </a:extLst>
          </p:cNvPr>
          <p:cNvSpPr>
            <a:spLocks noGrp="1"/>
          </p:cNvSpPr>
          <p:nvPr>
            <p:ph type="sldNum" sz="quarter" idx="12"/>
          </p:nvPr>
        </p:nvSpPr>
        <p:spPr>
          <a:xfrm>
            <a:off x="11238206" y="6029868"/>
            <a:ext cx="429372" cy="365125"/>
          </a:xfrm>
        </p:spPr>
        <p:txBody>
          <a:bodyPr anchor="ctr">
            <a:normAutofit/>
          </a:bodyPr>
          <a:lstStyle/>
          <a:p>
            <a:pPr>
              <a:spcAft>
                <a:spcPts val="600"/>
              </a:spcAft>
            </a:pPr>
            <a:fld id="{27F8DDA4-3B80-4E8A-A8F5-521F73BF9127}" type="slidenum">
              <a:rPr lang="en-US" smtClean="0"/>
              <a:pPr>
                <a:spcAft>
                  <a:spcPts val="600"/>
                </a:spcAft>
              </a:pPr>
              <a:t>5</a:t>
            </a:fld>
            <a:endParaRPr lang="en-US"/>
          </a:p>
        </p:txBody>
      </p:sp>
      <p:sp>
        <p:nvSpPr>
          <p:cNvPr id="6" name="Footer Placeholder 4">
            <a:extLst>
              <a:ext uri="{FF2B5EF4-FFF2-40B4-BE49-F238E27FC236}">
                <a16:creationId xmlns:a16="http://schemas.microsoft.com/office/drawing/2014/main" id="{E01CC187-B129-056D-E0D2-A7ECEDA9FDCD}"/>
              </a:ext>
            </a:extLst>
          </p:cNvPr>
          <p:cNvSpPr txBox="1">
            <a:spLocks/>
          </p:cNvSpPr>
          <p:nvPr/>
        </p:nvSpPr>
        <p:spPr>
          <a:xfrm>
            <a:off x="11278619" y="6029867"/>
            <a:ext cx="941950" cy="609260"/>
          </a:xfrm>
          <a:prstGeom prst="rect">
            <a:avLst/>
          </a:prstGeom>
          <a:noFill/>
        </p:spPr>
        <p:txBody>
          <a:bodyPr vert="horz" lIns="91440" tIns="45720" rIns="91440" bIns="45720" rtlCol="0" anchor="ctr">
            <a:noAutofit/>
          </a:bodyPr>
          <a:lstStyle>
            <a:defPPr>
              <a:defRPr lang="en-US"/>
            </a:defPPr>
            <a:lvl1pPr marL="0" algn="l" defTabSz="914400" rtl="0" eaLnBrk="1" latinLnBrk="0" hangingPunct="1">
              <a:defRPr sz="900" b="1" kern="1200" cap="all" spc="60"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sz="1800" dirty="0"/>
              <a:t>
              John</a:t>
            </a:r>
          </a:p>
        </p:txBody>
      </p:sp>
    </p:spTree>
    <p:extLst>
      <p:ext uri="{BB962C8B-B14F-4D97-AF65-F5344CB8AC3E}">
        <p14:creationId xmlns:p14="http://schemas.microsoft.com/office/powerpoint/2010/main" val="3623978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3DCDD-9C4D-0633-E429-91D152782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BAF5F-D6D8-8AE1-9C23-19DC95DE93C2}"/>
              </a:ext>
            </a:extLst>
          </p:cNvPr>
          <p:cNvSpPr>
            <a:spLocks noGrp="1"/>
          </p:cNvSpPr>
          <p:nvPr>
            <p:ph type="title"/>
          </p:nvPr>
        </p:nvSpPr>
        <p:spPr>
          <a:xfrm>
            <a:off x="354957" y="135038"/>
            <a:ext cx="5066818" cy="1207008"/>
          </a:xfrm>
        </p:spPr>
        <p:txBody>
          <a:bodyPr vert="horz" lIns="137160" tIns="137160" rIns="91440" bIns="91440" rtlCol="0" anchor="b">
            <a:normAutofit/>
          </a:bodyPr>
          <a:lstStyle/>
          <a:p>
            <a:r>
              <a:rPr lang="en-US" kern="1200" cap="all" baseline="0">
                <a:solidFill>
                  <a:schemeClr val="accent1"/>
                </a:solidFill>
                <a:latin typeface="+mj-lt"/>
                <a:ea typeface="+mj-ea"/>
                <a:cs typeface="+mj-cs"/>
              </a:rPr>
              <a:t>Tab 4: High-Speed Camera</a:t>
            </a:r>
            <a:endParaRPr lang="en-US" kern="1200" cap="all" baseline="0">
              <a:solidFill>
                <a:schemeClr val="accent1"/>
              </a:solidFill>
              <a:latin typeface="+mj-lt"/>
            </a:endParaRPr>
          </a:p>
        </p:txBody>
      </p:sp>
      <p:sp>
        <p:nvSpPr>
          <p:cNvPr id="12" name="Footer Placeholder 4">
            <a:extLst>
              <a:ext uri="{FF2B5EF4-FFF2-40B4-BE49-F238E27FC236}">
                <a16:creationId xmlns:a16="http://schemas.microsoft.com/office/drawing/2014/main" id="{F8FAE12C-7FA7-CD61-49FA-28B85115B659}"/>
              </a:ext>
            </a:extLst>
          </p:cNvPr>
          <p:cNvSpPr>
            <a:spLocks noGrp="1"/>
          </p:cNvSpPr>
          <p:nvPr>
            <p:ph type="ftr" sz="quarter" idx="11"/>
          </p:nvPr>
        </p:nvSpPr>
        <p:spPr>
          <a:xfrm>
            <a:off x="3657601" y="6029868"/>
            <a:ext cx="2024542" cy="365125"/>
          </a:xfrm>
        </p:spPr>
        <p:txBody>
          <a:bodyPr/>
          <a:lstStyle/>
          <a:p>
            <a:pPr>
              <a:spcAft>
                <a:spcPts val="600"/>
              </a:spcAft>
            </a:pPr>
            <a:r>
              <a:rPr lang="en-US"/>
              <a:t>
              </a:t>
            </a:r>
          </a:p>
        </p:txBody>
      </p:sp>
      <p:sp>
        <p:nvSpPr>
          <p:cNvPr id="14" name="Date Placeholder 5">
            <a:extLst>
              <a:ext uri="{FF2B5EF4-FFF2-40B4-BE49-F238E27FC236}">
                <a16:creationId xmlns:a16="http://schemas.microsoft.com/office/drawing/2014/main" id="{E6B365DE-9A62-C1DF-6A06-D5702DEEE5F2}"/>
              </a:ext>
            </a:extLst>
          </p:cNvPr>
          <p:cNvSpPr>
            <a:spLocks noGrp="1"/>
          </p:cNvSpPr>
          <p:nvPr>
            <p:ph type="dt" sz="half" idx="10"/>
          </p:nvPr>
        </p:nvSpPr>
        <p:spPr>
          <a:xfrm>
            <a:off x="10058400" y="6029868"/>
            <a:ext cx="1179576" cy="365125"/>
          </a:xfrm>
        </p:spPr>
        <p:txBody>
          <a:bodyPr/>
          <a:lstStyle/>
          <a:p>
            <a:pPr>
              <a:spcAft>
                <a:spcPts val="600"/>
              </a:spcAft>
            </a:pPr>
            <a:fld id="{95BC5B0C-2C3D-4CAF-9F43-9A87957214A4}" type="datetime1">
              <a:rPr lang="en-US" smtClean="0"/>
              <a:pPr>
                <a:spcAft>
                  <a:spcPts val="600"/>
                </a:spcAft>
              </a:pPr>
              <a:t>9/22/2026</a:t>
            </a:fld>
            <a:endParaRPr lang="en-US"/>
          </a:p>
        </p:txBody>
      </p:sp>
      <p:sp>
        <p:nvSpPr>
          <p:cNvPr id="16" name="Slide Number Placeholder 6">
            <a:extLst>
              <a:ext uri="{FF2B5EF4-FFF2-40B4-BE49-F238E27FC236}">
                <a16:creationId xmlns:a16="http://schemas.microsoft.com/office/drawing/2014/main" id="{DDAE3699-F9C0-B3F5-8111-D67B7830EC3E}"/>
              </a:ext>
            </a:extLst>
          </p:cNvPr>
          <p:cNvSpPr>
            <a:spLocks noGrp="1"/>
          </p:cNvSpPr>
          <p:nvPr>
            <p:ph type="sldNum" sz="quarter" idx="12"/>
          </p:nvPr>
        </p:nvSpPr>
        <p:spPr>
          <a:xfrm>
            <a:off x="139231" y="6391495"/>
            <a:ext cx="429372" cy="365125"/>
          </a:xfrm>
        </p:spPr>
        <p:txBody>
          <a:bodyPr/>
          <a:lstStyle/>
          <a:p>
            <a:pPr>
              <a:spcAft>
                <a:spcPts val="600"/>
              </a:spcAft>
            </a:pPr>
            <a:fld id="{27F8DDA4-3B80-4E8A-A8F5-521F73BF9127}" type="slidenum">
              <a:rPr lang="en-US" smtClean="0"/>
              <a:pPr>
                <a:spcAft>
                  <a:spcPts val="600"/>
                </a:spcAft>
              </a:pPr>
              <a:t>6</a:t>
            </a:fld>
            <a:endParaRPr lang="en-US"/>
          </a:p>
        </p:txBody>
      </p:sp>
      <p:sp>
        <p:nvSpPr>
          <p:cNvPr id="6" name="Slide Number Placeholder 5">
            <a:extLst>
              <a:ext uri="{FF2B5EF4-FFF2-40B4-BE49-F238E27FC236}">
                <a16:creationId xmlns:a16="http://schemas.microsoft.com/office/drawing/2014/main" id="{1AB249A3-AFAE-4D5F-A933-7C954F065973}"/>
              </a:ext>
            </a:extLst>
          </p:cNvPr>
          <p:cNvSpPr txBox="1">
            <a:spLocks/>
          </p:cNvSpPr>
          <p:nvPr/>
        </p:nvSpPr>
        <p:spPr>
          <a:xfrm>
            <a:off x="562164" y="6396400"/>
            <a:ext cx="863423" cy="355480"/>
          </a:xfrm>
          <a:prstGeom prst="rect">
            <a:avLst/>
          </a:prstGeom>
          <a:solidFill>
            <a:schemeClr val="bg1"/>
          </a:solidFill>
        </p:spPr>
        <p:txBody>
          <a:bodyPr vert="horz" lIns="91440" tIns="45720" rIns="91440" bIns="45720" rtlCol="0" anchor="ctr"/>
          <a:lstStyle>
            <a:defPPr>
              <a:defRPr lang="en-US"/>
            </a:defPPr>
            <a:lvl1pPr marL="0" algn="r" defTabSz="914400" rtl="0" eaLnBrk="1" latinLnBrk="0" hangingPunct="1">
              <a:defRPr sz="900" kern="1200" cap="all" baseline="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US" sz="1200" b="1"/>
              <a:t>Margaret</a:t>
            </a:r>
          </a:p>
        </p:txBody>
      </p:sp>
      <p:sp>
        <p:nvSpPr>
          <p:cNvPr id="15" name="TextBox 14">
            <a:extLst>
              <a:ext uri="{FF2B5EF4-FFF2-40B4-BE49-F238E27FC236}">
                <a16:creationId xmlns:a16="http://schemas.microsoft.com/office/drawing/2014/main" id="{01A32878-A4EB-4D8C-6EEB-8837254EA6A9}"/>
              </a:ext>
            </a:extLst>
          </p:cNvPr>
          <p:cNvSpPr txBox="1"/>
          <p:nvPr/>
        </p:nvSpPr>
        <p:spPr>
          <a:xfrm>
            <a:off x="357126" y="1563211"/>
            <a:ext cx="9765282" cy="46556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2000"/>
              <a:t>Best suited camera is ELP Camera due to cost and our needs</a:t>
            </a:r>
            <a:endParaRPr lang="en-US"/>
          </a:p>
          <a:p>
            <a:pPr marL="285750" indent="-285750">
              <a:lnSpc>
                <a:spcPct val="150000"/>
              </a:lnSpc>
              <a:buFont typeface="Arial"/>
              <a:buChar char="•"/>
            </a:pPr>
            <a:r>
              <a:rPr lang="en-US" sz="2000"/>
              <a:t>High-speed and global shutter</a:t>
            </a:r>
          </a:p>
          <a:p>
            <a:pPr marL="285750" indent="-285750">
              <a:lnSpc>
                <a:spcPct val="150000"/>
              </a:lnSpc>
              <a:buFont typeface="Arial"/>
              <a:buChar char="•"/>
            </a:pPr>
            <a:r>
              <a:rPr lang="en-US" sz="2000"/>
              <a:t>80-200 frames per second depending on quality we need and speed of the belt </a:t>
            </a:r>
          </a:p>
          <a:p>
            <a:pPr marL="742950" lvl="1" indent="-285750">
              <a:lnSpc>
                <a:spcPct val="150000"/>
              </a:lnSpc>
              <a:buFont typeface="Courier New"/>
              <a:buChar char="o"/>
            </a:pPr>
            <a:r>
              <a:rPr lang="en-US" sz="2000"/>
              <a:t>(1080p for lower frame rate)</a:t>
            </a:r>
            <a:endParaRPr lang="en-US"/>
          </a:p>
          <a:p>
            <a:pPr marL="285750" indent="-285750">
              <a:lnSpc>
                <a:spcPct val="150000"/>
              </a:lnSpc>
              <a:buFont typeface="Arial"/>
              <a:buChar char="•"/>
            </a:pPr>
            <a:r>
              <a:rPr lang="en-US" sz="2000"/>
              <a:t>2MP </a:t>
            </a:r>
          </a:p>
          <a:p>
            <a:pPr marL="285750" indent="-285750">
              <a:lnSpc>
                <a:spcPct val="150000"/>
              </a:lnSpc>
              <a:buFont typeface="Arial"/>
              <a:buChar char="•"/>
            </a:pPr>
            <a:r>
              <a:rPr lang="en-US" sz="2000"/>
              <a:t>Variable aperture – we'll have to experiment with the zoom and distance from the cans</a:t>
            </a:r>
          </a:p>
          <a:p>
            <a:pPr marL="285750" indent="-285750">
              <a:lnSpc>
                <a:spcPct val="150000"/>
              </a:lnSpc>
              <a:buFont typeface="Arial"/>
              <a:buChar char="•"/>
            </a:pPr>
            <a:r>
              <a:rPr lang="en-US" sz="2000"/>
              <a:t>Will need a good light fixture to maintain quality</a:t>
            </a:r>
          </a:p>
          <a:p>
            <a:pPr marL="742950" lvl="1" indent="-285750">
              <a:lnSpc>
                <a:spcPct val="150000"/>
              </a:lnSpc>
              <a:buFont typeface="Courier New"/>
              <a:buChar char="o"/>
            </a:pPr>
            <a:r>
              <a:rPr lang="en-US" sz="2000"/>
              <a:t>Industrial level light with diffusing and polarizing will light more space and reduce glare</a:t>
            </a:r>
          </a:p>
          <a:p>
            <a:pPr marL="742950" lvl="1" indent="-285750">
              <a:lnSpc>
                <a:spcPct val="150000"/>
              </a:lnSpc>
              <a:buFont typeface="Courier New"/>
              <a:buChar char="o"/>
            </a:pPr>
            <a:r>
              <a:rPr lang="en-US" sz="2000"/>
              <a:t>Continuous light vs strobing light</a:t>
            </a:r>
          </a:p>
          <a:p>
            <a:pPr marL="742950" lvl="1" indent="-285750">
              <a:lnSpc>
                <a:spcPct val="150000"/>
              </a:lnSpc>
              <a:buFont typeface="Courier New"/>
              <a:buChar char="o"/>
            </a:pPr>
            <a:endParaRPr lang="en-US" sz="2000"/>
          </a:p>
        </p:txBody>
      </p:sp>
      <p:pic>
        <p:nvPicPr>
          <p:cNvPr id="3" name="Picture 2">
            <a:extLst>
              <a:ext uri="{FF2B5EF4-FFF2-40B4-BE49-F238E27FC236}">
                <a16:creationId xmlns:a16="http://schemas.microsoft.com/office/drawing/2014/main" id="{A2764A3D-3929-D094-C706-B9C9B36DC1F5}"/>
              </a:ext>
            </a:extLst>
          </p:cNvPr>
          <p:cNvPicPr>
            <a:picLocks noChangeAspect="1"/>
          </p:cNvPicPr>
          <p:nvPr/>
        </p:nvPicPr>
        <p:blipFill>
          <a:blip r:embed="rId3"/>
          <a:stretch>
            <a:fillRect/>
          </a:stretch>
        </p:blipFill>
        <p:spPr>
          <a:xfrm>
            <a:off x="8322307" y="734156"/>
            <a:ext cx="2913687" cy="2623595"/>
          </a:xfrm>
          <a:prstGeom prst="rect">
            <a:avLst/>
          </a:prstGeom>
        </p:spPr>
      </p:pic>
    </p:spTree>
    <p:extLst>
      <p:ext uri="{BB962C8B-B14F-4D97-AF65-F5344CB8AC3E}">
        <p14:creationId xmlns:p14="http://schemas.microsoft.com/office/powerpoint/2010/main" val="2679561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1906-7993-3FF5-C076-826BDCD26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DAF3A-A63A-DFF2-8CE8-281BFBEE1C7A}"/>
              </a:ext>
            </a:extLst>
          </p:cNvPr>
          <p:cNvSpPr>
            <a:spLocks noGrp="1"/>
          </p:cNvSpPr>
          <p:nvPr>
            <p:ph type="title"/>
          </p:nvPr>
        </p:nvSpPr>
        <p:spPr>
          <a:xfrm>
            <a:off x="603504" y="5206"/>
            <a:ext cx="10899648" cy="1069848"/>
          </a:xfrm>
        </p:spPr>
        <p:txBody>
          <a:bodyPr vert="horz" lIns="91440" tIns="45720" rIns="91440" bIns="137160" rtlCol="0" anchor="b">
            <a:normAutofit/>
          </a:bodyPr>
          <a:lstStyle/>
          <a:p>
            <a:r>
              <a:rPr lang="en-US" kern="1200" cap="all" baseline="0">
                <a:solidFill>
                  <a:schemeClr val="accent1"/>
                </a:solidFill>
                <a:latin typeface="+mj-lt"/>
                <a:ea typeface="+mj-ea"/>
                <a:cs typeface="+mj-cs"/>
              </a:rPr>
              <a:t>Tab 5: OpenCV for Image Detection</a:t>
            </a:r>
            <a:endParaRPr lang="en-US" kern="1200" cap="all" baseline="0">
              <a:solidFill>
                <a:schemeClr val="accent1"/>
              </a:solidFill>
              <a:latin typeface="+mj-lt"/>
            </a:endParaRPr>
          </a:p>
        </p:txBody>
      </p:sp>
      <p:sp>
        <p:nvSpPr>
          <p:cNvPr id="10" name="Content Placeholder 3">
            <a:extLst>
              <a:ext uri="{FF2B5EF4-FFF2-40B4-BE49-F238E27FC236}">
                <a16:creationId xmlns:a16="http://schemas.microsoft.com/office/drawing/2014/main" id="{03D6B2A0-2093-DED5-7276-AE9E0C9E7949}"/>
              </a:ext>
            </a:extLst>
          </p:cNvPr>
          <p:cNvSpPr>
            <a:spLocks noGrp="1"/>
          </p:cNvSpPr>
          <p:nvPr>
            <p:ph sz="half" idx="2"/>
          </p:nvPr>
        </p:nvSpPr>
        <p:spPr>
          <a:xfrm>
            <a:off x="605431" y="1243390"/>
            <a:ext cx="7449787" cy="4786009"/>
          </a:xfrm>
        </p:spPr>
        <p:txBody>
          <a:bodyPr vert="horz" lIns="91440" tIns="45720" rIns="91440" bIns="45720" rtlCol="0">
            <a:noAutofit/>
          </a:bodyPr>
          <a:lstStyle/>
          <a:p>
            <a:pPr>
              <a:lnSpc>
                <a:spcPct val="110000"/>
              </a:lnSpc>
            </a:pPr>
            <a:r>
              <a:rPr lang="en-US" sz="2000"/>
              <a:t>Camera checks the cans before they are pushed into the box</a:t>
            </a:r>
          </a:p>
          <a:p>
            <a:pPr>
              <a:lnSpc>
                <a:spcPct val="110000"/>
              </a:lnSpc>
            </a:pPr>
            <a:r>
              <a:rPr lang="en-US" sz="2000"/>
              <a:t>OpenCV identifies &amp; counts each can variety</a:t>
            </a:r>
          </a:p>
          <a:p>
            <a:pPr>
              <a:lnSpc>
                <a:spcPct val="110000"/>
              </a:lnSpc>
            </a:pPr>
            <a:r>
              <a:rPr lang="en-US" sz="2000"/>
              <a:t>Detected cans are compared with the selected recipe</a:t>
            </a:r>
          </a:p>
          <a:p>
            <a:pPr marL="228600" lvl="1" indent="0">
              <a:lnSpc>
                <a:spcPct val="110000"/>
              </a:lnSpc>
              <a:buNone/>
            </a:pPr>
            <a:r>
              <a:rPr lang="en-US" sz="2000"/>
              <a:t>Ex: </a:t>
            </a:r>
            <a:r>
              <a:rPr lang="en-US" sz="2000" b="1"/>
              <a:t>4 Red + 4 Blue + 4 Green = 12 cans</a:t>
            </a:r>
            <a:r>
              <a:rPr lang="en-US" sz="2000"/>
              <a:t> </a:t>
            </a:r>
          </a:p>
          <a:p>
            <a:pPr marL="0" indent="0">
              <a:lnSpc>
                <a:spcPct val="110000"/>
              </a:lnSpc>
              <a:buNone/>
            </a:pPr>
            <a:r>
              <a:rPr lang="en-US" sz="2000" b="1"/>
              <a:t>PASS:</a:t>
            </a:r>
            <a:r>
              <a:rPr lang="en-US" sz="2000"/>
              <a:t> Correct combination → pusher continues</a:t>
            </a:r>
          </a:p>
          <a:p>
            <a:pPr marL="0" indent="0">
              <a:lnSpc>
                <a:spcPct val="110000"/>
              </a:lnSpc>
              <a:buNone/>
            </a:pPr>
            <a:r>
              <a:rPr lang="en-US" sz="2000" b="1"/>
              <a:t>FAIL:</a:t>
            </a:r>
            <a:r>
              <a:rPr lang="en-US" sz="2000"/>
              <a:t> Wrong combination → pusher stops &amp; alerts operators</a:t>
            </a:r>
          </a:p>
          <a:p>
            <a:pPr>
              <a:lnSpc>
                <a:spcPct val="110000"/>
              </a:lnSpc>
            </a:pPr>
            <a:r>
              <a:rPr lang="en-US" sz="2000"/>
              <a:t>Acts as a </a:t>
            </a:r>
            <a:r>
              <a:rPr lang="en-US" sz="2000" b="1"/>
              <a:t>quality-control backup</a:t>
            </a:r>
            <a:r>
              <a:rPr lang="en-US" sz="2000"/>
              <a:t> to the gates and sensors. </a:t>
            </a:r>
          </a:p>
          <a:p>
            <a:pPr>
              <a:lnSpc>
                <a:spcPct val="110000"/>
              </a:lnSpc>
            </a:pPr>
            <a:r>
              <a:rPr lang="en-US" sz="2000"/>
              <a:t>AI can be considered later if basic color detection is not reliable enough. </a:t>
            </a:r>
          </a:p>
          <a:p>
            <a:pPr marL="0" indent="0">
              <a:lnSpc>
                <a:spcPct val="110000"/>
              </a:lnSpc>
              <a:buNone/>
            </a:pPr>
            <a:r>
              <a:rPr lang="en-US" sz="2000" b="1"/>
              <a:t>Flow:</a:t>
            </a:r>
            <a:endParaRPr lang="en-US" sz="2000"/>
          </a:p>
          <a:p>
            <a:pPr marL="0" indent="0">
              <a:lnSpc>
                <a:spcPct val="110000"/>
              </a:lnSpc>
              <a:buNone/>
            </a:pPr>
            <a:r>
              <a:rPr lang="en-US" sz="2000" b="1"/>
              <a:t> Camera → OpenCV → Count Varieties → Compare Recipe → PASS / FAIL</a:t>
            </a:r>
            <a:r>
              <a:rPr lang="en-US" sz="1800" b="1"/>
              <a:t> </a:t>
            </a:r>
            <a:endParaRPr lang="en-US" sz="1800"/>
          </a:p>
          <a:p>
            <a:pPr marL="0">
              <a:lnSpc>
                <a:spcPct val="110000"/>
              </a:lnSpc>
            </a:pPr>
            <a:endParaRPr lang="en-US" sz="1300"/>
          </a:p>
        </p:txBody>
      </p:sp>
      <p:sp>
        <p:nvSpPr>
          <p:cNvPr id="5" name="Subtitle 2">
            <a:extLst>
              <a:ext uri="{FF2B5EF4-FFF2-40B4-BE49-F238E27FC236}">
                <a16:creationId xmlns:a16="http://schemas.microsoft.com/office/drawing/2014/main" id="{418C4E6E-D04C-361E-7E81-4D5E721C2F36}"/>
              </a:ext>
            </a:extLst>
          </p:cNvPr>
          <p:cNvSpPr txBox="1">
            <a:spLocks/>
          </p:cNvSpPr>
          <p:nvPr/>
        </p:nvSpPr>
        <p:spPr>
          <a:xfrm>
            <a:off x="2059" y="6148157"/>
            <a:ext cx="5183188" cy="709393"/>
          </a:xfrm>
          <a:prstGeom prst="rect">
            <a:avLst/>
          </a:prstGeom>
        </p:spPr>
        <p:txBody>
          <a:bodyPr vert="horz" lIns="91440" tIns="45720" rIns="91440" bIns="45720" rtlCol="0" anchor="b">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kern="1200" cap="all" spc="50" baseline="0">
                <a:latin typeface="+mn-lt"/>
                <a:ea typeface="+mn-ea"/>
                <a:cs typeface="+mn-cs"/>
              </a:rPr>
              <a:t>Faahil</a:t>
            </a:r>
          </a:p>
        </p:txBody>
      </p:sp>
      <p:sp>
        <p:nvSpPr>
          <p:cNvPr id="14" name="Date Placeholder 5">
            <a:extLst>
              <a:ext uri="{FF2B5EF4-FFF2-40B4-BE49-F238E27FC236}">
                <a16:creationId xmlns:a16="http://schemas.microsoft.com/office/drawing/2014/main" id="{A855307F-E329-2564-A04B-8E09509DB634}"/>
              </a:ext>
            </a:extLst>
          </p:cNvPr>
          <p:cNvSpPr>
            <a:spLocks noGrp="1"/>
          </p:cNvSpPr>
          <p:nvPr>
            <p:ph type="dt" sz="half" idx="10"/>
          </p:nvPr>
        </p:nvSpPr>
        <p:spPr>
          <a:xfrm>
            <a:off x="10058400" y="6029868"/>
            <a:ext cx="1179576" cy="365125"/>
          </a:xfrm>
        </p:spPr>
        <p:txBody>
          <a:bodyPr vert="horz" lIns="91440" tIns="45720" rIns="91440" bIns="45720" rtlCol="0" anchor="ctr">
            <a:normAutofit/>
          </a:bodyPr>
          <a:lstStyle/>
          <a:p>
            <a:pPr>
              <a:spcAft>
                <a:spcPts val="600"/>
              </a:spcAft>
            </a:pPr>
            <a:fld id="{79247BA7-0C6D-43EC-841C-8A1F3AA467BC}" type="datetime1">
              <a:rPr lang="en-US" smtClean="0"/>
              <a:pPr>
                <a:spcAft>
                  <a:spcPts val="600"/>
                </a:spcAft>
              </a:pPr>
              <a:t>9/22/2026</a:t>
            </a:fld>
            <a:endParaRPr lang="en-US"/>
          </a:p>
        </p:txBody>
      </p:sp>
      <p:sp>
        <p:nvSpPr>
          <p:cNvPr id="16" name="Slide Number Placeholder 6">
            <a:extLst>
              <a:ext uri="{FF2B5EF4-FFF2-40B4-BE49-F238E27FC236}">
                <a16:creationId xmlns:a16="http://schemas.microsoft.com/office/drawing/2014/main" id="{00524DD2-07F7-70F5-9246-CD3419037B3F}"/>
              </a:ext>
            </a:extLst>
          </p:cNvPr>
          <p:cNvSpPr>
            <a:spLocks noGrp="1"/>
          </p:cNvSpPr>
          <p:nvPr>
            <p:ph type="sldNum" sz="quarter" idx="12"/>
          </p:nvPr>
        </p:nvSpPr>
        <p:spPr>
          <a:xfrm>
            <a:off x="11233434" y="6029868"/>
            <a:ext cx="429372" cy="365125"/>
          </a:xfrm>
        </p:spPr>
        <p:txBody>
          <a:bodyPr vert="horz" lIns="91440" tIns="45720" rIns="91440" bIns="45720" rtlCol="0" anchor="ctr">
            <a:normAutofit/>
          </a:bodyPr>
          <a:lstStyle/>
          <a:p>
            <a:pPr>
              <a:spcAft>
                <a:spcPts val="600"/>
              </a:spcAft>
            </a:pPr>
            <a:fld id="{27F8DDA4-3B80-4E8A-A8F5-521F73BF9127}" type="slidenum">
              <a:rPr lang="en-US" smtClean="0"/>
              <a:pPr>
                <a:spcAft>
                  <a:spcPts val="600"/>
                </a:spcAft>
              </a:pPr>
              <a:t>7</a:t>
            </a:fld>
            <a:endParaRPr lang="en-US"/>
          </a:p>
        </p:txBody>
      </p:sp>
      <p:pic>
        <p:nvPicPr>
          <p:cNvPr id="6" name="Picture 5">
            <a:extLst>
              <a:ext uri="{FF2B5EF4-FFF2-40B4-BE49-F238E27FC236}">
                <a16:creationId xmlns:a16="http://schemas.microsoft.com/office/drawing/2014/main" id="{3A091AC4-BFE3-9759-F969-5CBBD25AD9B0}"/>
              </a:ext>
            </a:extLst>
          </p:cNvPr>
          <p:cNvPicPr>
            <a:picLocks noChangeAspect="1"/>
          </p:cNvPicPr>
          <p:nvPr/>
        </p:nvPicPr>
        <p:blipFill>
          <a:blip r:embed="rId2"/>
          <a:stretch>
            <a:fillRect/>
          </a:stretch>
        </p:blipFill>
        <p:spPr>
          <a:xfrm rot="5400000">
            <a:off x="6820242" y="1488718"/>
            <a:ext cx="6858000" cy="3887428"/>
          </a:xfrm>
          <a:prstGeom prst="rect">
            <a:avLst/>
          </a:prstGeom>
        </p:spPr>
      </p:pic>
    </p:spTree>
    <p:extLst>
      <p:ext uri="{BB962C8B-B14F-4D97-AF65-F5344CB8AC3E}">
        <p14:creationId xmlns:p14="http://schemas.microsoft.com/office/powerpoint/2010/main" val="2501626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99CF0-28A3-C334-90D2-1BCA1196D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0AFB2-6EDF-DCE0-2AFD-193610F27AF2}"/>
              </a:ext>
            </a:extLst>
          </p:cNvPr>
          <p:cNvSpPr>
            <a:spLocks noGrp="1"/>
          </p:cNvSpPr>
          <p:nvPr>
            <p:ph type="ctrTitle"/>
          </p:nvPr>
        </p:nvSpPr>
        <p:spPr>
          <a:xfrm>
            <a:off x="137159" y="441649"/>
            <a:ext cx="8207549" cy="1062129"/>
          </a:xfrm>
        </p:spPr>
        <p:txBody>
          <a:bodyPr>
            <a:normAutofit/>
          </a:bodyPr>
          <a:lstStyle/>
          <a:p>
            <a:r>
              <a:rPr lang="en-US" sz="4800"/>
              <a:t>Tab 6: Prototype Ideas</a:t>
            </a:r>
          </a:p>
        </p:txBody>
      </p:sp>
      <p:sp>
        <p:nvSpPr>
          <p:cNvPr id="5" name="Subtitle 2">
            <a:extLst>
              <a:ext uri="{FF2B5EF4-FFF2-40B4-BE49-F238E27FC236}">
                <a16:creationId xmlns:a16="http://schemas.microsoft.com/office/drawing/2014/main" id="{383DA8B2-8AC1-5F54-6781-41C3634CB2A0}"/>
              </a:ext>
            </a:extLst>
          </p:cNvPr>
          <p:cNvSpPr>
            <a:spLocks noGrp="1"/>
          </p:cNvSpPr>
          <p:nvPr>
            <p:ph type="subTitle" idx="1"/>
          </p:nvPr>
        </p:nvSpPr>
        <p:spPr>
          <a:xfrm>
            <a:off x="10695008" y="5671057"/>
            <a:ext cx="750214" cy="356885"/>
          </a:xfrm>
        </p:spPr>
        <p:txBody>
          <a:bodyPr>
            <a:normAutofit fontScale="62500" lnSpcReduction="20000"/>
          </a:bodyPr>
          <a:lstStyle/>
          <a:p>
            <a:r>
              <a:rPr lang="en-US"/>
              <a:t>Sabrina</a:t>
            </a:r>
          </a:p>
        </p:txBody>
      </p:sp>
      <p:sp>
        <p:nvSpPr>
          <p:cNvPr id="6" name="Footer Placeholder 3">
            <a:extLst>
              <a:ext uri="{FF2B5EF4-FFF2-40B4-BE49-F238E27FC236}">
                <a16:creationId xmlns:a16="http://schemas.microsoft.com/office/drawing/2014/main" id="{AA068300-589A-718F-1F0E-3BAE3C81D83C}"/>
              </a:ext>
            </a:extLst>
          </p:cNvPr>
          <p:cNvSpPr>
            <a:spLocks noGrp="1"/>
          </p:cNvSpPr>
          <p:nvPr>
            <p:ph type="ftr" sz="quarter" idx="11"/>
          </p:nvPr>
        </p:nvSpPr>
        <p:spPr>
          <a:xfrm>
            <a:off x="9144000" y="447579"/>
            <a:ext cx="2477899" cy="586001"/>
          </a:xfrm>
        </p:spPr>
        <p:txBody>
          <a:bodyPr/>
          <a:lstStyle/>
          <a:p>
            <a:pPr>
              <a:spcAft>
                <a:spcPts val="600"/>
              </a:spcAft>
            </a:pPr>
            <a:r>
              <a:rPr lang="en-US"/>
              <a:t>
              </a:t>
            </a:r>
          </a:p>
        </p:txBody>
      </p:sp>
      <p:sp>
        <p:nvSpPr>
          <p:cNvPr id="7" name="Date Placeholder 4">
            <a:extLst>
              <a:ext uri="{FF2B5EF4-FFF2-40B4-BE49-F238E27FC236}">
                <a16:creationId xmlns:a16="http://schemas.microsoft.com/office/drawing/2014/main" id="{AAC51D7F-9FA7-15D0-4836-B43EA1650450}"/>
              </a:ext>
            </a:extLst>
          </p:cNvPr>
          <p:cNvSpPr>
            <a:spLocks noGrp="1"/>
          </p:cNvSpPr>
          <p:nvPr>
            <p:ph type="dt" sz="half" idx="10"/>
          </p:nvPr>
        </p:nvSpPr>
        <p:spPr>
          <a:xfrm>
            <a:off x="10058400" y="6029868"/>
            <a:ext cx="1182686" cy="365125"/>
          </a:xfrm>
        </p:spPr>
        <p:txBody>
          <a:bodyPr/>
          <a:lstStyle/>
          <a:p>
            <a:pPr>
              <a:spcAft>
                <a:spcPts val="600"/>
              </a:spcAft>
            </a:pPr>
            <a:fld id="{71B0F968-4A8E-4BC8-A8EF-08DDF31EDD0B}" type="datetime1">
              <a:rPr lang="en-US" smtClean="0"/>
              <a:pPr>
                <a:spcAft>
                  <a:spcPts val="600"/>
                </a:spcAft>
              </a:pPr>
              <a:t>9/22/2026</a:t>
            </a:fld>
            <a:endParaRPr lang="en-US"/>
          </a:p>
        </p:txBody>
      </p:sp>
      <p:sp>
        <p:nvSpPr>
          <p:cNvPr id="9" name="Slide Number Placeholder 5">
            <a:extLst>
              <a:ext uri="{FF2B5EF4-FFF2-40B4-BE49-F238E27FC236}">
                <a16:creationId xmlns:a16="http://schemas.microsoft.com/office/drawing/2014/main" id="{42BDC77E-2FFD-A84B-C8A3-DB9C554E8007}"/>
              </a:ext>
            </a:extLst>
          </p:cNvPr>
          <p:cNvSpPr>
            <a:spLocks noGrp="1"/>
          </p:cNvSpPr>
          <p:nvPr>
            <p:ph type="sldNum" sz="quarter" idx="12"/>
          </p:nvPr>
        </p:nvSpPr>
        <p:spPr>
          <a:xfrm>
            <a:off x="11233434" y="6029868"/>
            <a:ext cx="429372" cy="365125"/>
          </a:xfrm>
        </p:spPr>
        <p:txBody>
          <a:bodyPr/>
          <a:lstStyle/>
          <a:p>
            <a:pPr>
              <a:spcAft>
                <a:spcPts val="600"/>
              </a:spcAft>
            </a:pPr>
            <a:fld id="{27F8DDA4-3B80-4E8A-A8F5-521F73BF9127}" type="slidenum">
              <a:rPr lang="en-US" smtClean="0"/>
              <a:pPr>
                <a:spcAft>
                  <a:spcPts val="600"/>
                </a:spcAft>
              </a:pPr>
              <a:t>8</a:t>
            </a:fld>
            <a:endParaRPr lang="en-US"/>
          </a:p>
        </p:txBody>
      </p:sp>
      <p:sp>
        <p:nvSpPr>
          <p:cNvPr id="3" name="TextBox 2">
            <a:extLst>
              <a:ext uri="{FF2B5EF4-FFF2-40B4-BE49-F238E27FC236}">
                <a16:creationId xmlns:a16="http://schemas.microsoft.com/office/drawing/2014/main" id="{A61EA6EC-B744-C023-1126-1DC76B38A747}"/>
              </a:ext>
            </a:extLst>
          </p:cNvPr>
          <p:cNvSpPr txBox="1"/>
          <p:nvPr/>
        </p:nvSpPr>
        <p:spPr>
          <a:xfrm>
            <a:off x="230360" y="1230690"/>
            <a:ext cx="1111827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latin typeface="Univers Condensed Light"/>
              </a:rPr>
              <a:t>Proposed solutions</a:t>
            </a:r>
            <a:endParaRPr lang="en-US">
              <a:latin typeface="Univers Condensed Light"/>
            </a:endParaRPr>
          </a:p>
          <a:p>
            <a:pPr marL="285750" indent="-285750">
              <a:buFont typeface="Arial"/>
              <a:buChar char="•"/>
            </a:pPr>
            <a:r>
              <a:rPr lang="en-US">
                <a:latin typeface="Univers Condensed Light"/>
              </a:rPr>
              <a:t>3 conveyor lanes for different beer flavors.</a:t>
            </a:r>
          </a:p>
          <a:p>
            <a:pPr marL="285750" indent="-285750">
              <a:buFont typeface="Arial"/>
              <a:buChar char="•"/>
            </a:pPr>
            <a:r>
              <a:rPr lang="en-US">
                <a:latin typeface="Univers Condensed Light"/>
              </a:rPr>
              <a:t>Double gate system to count and release cans</a:t>
            </a:r>
          </a:p>
          <a:p>
            <a:pPr marL="285750" indent="-285750">
              <a:buFont typeface="Arial"/>
              <a:buChar char="•"/>
            </a:pPr>
            <a:r>
              <a:rPr lang="en-US">
                <a:latin typeface="Univers Condensed Light"/>
              </a:rPr>
              <a:t>Pusher/guides to load cans into the box</a:t>
            </a:r>
          </a:p>
          <a:p>
            <a:pPr marL="285750" indent="-285750">
              <a:buFont typeface="Arial"/>
              <a:buChar char="•"/>
            </a:pPr>
            <a:r>
              <a:rPr lang="en-US">
                <a:latin typeface="Univers Condensed Light"/>
              </a:rPr>
              <a:t>A Camera that verifies that the variety is properly set with no mistakes.</a:t>
            </a:r>
          </a:p>
          <a:p>
            <a:pPr marL="285750" indent="-285750">
              <a:buFont typeface="Arial"/>
              <a:buChar char="•"/>
            </a:pPr>
            <a:r>
              <a:rPr lang="en-US">
                <a:latin typeface="Univers Condensed Light"/>
              </a:rPr>
              <a:t>Failsafe system that stops the conveyor and alerts the operator if an error occurs.</a:t>
            </a:r>
          </a:p>
          <a:p>
            <a:pPr marL="285750" indent="-285750">
              <a:buFont typeface="Arial"/>
              <a:buChar char="•"/>
            </a:pPr>
            <a:r>
              <a:rPr lang="en-US">
                <a:latin typeface="Univers Condensed Light"/>
                <a:cs typeface="Times New Roman"/>
              </a:rPr>
              <a:t>Thin stainless-steel plates could be used to enter the carton openings.</a:t>
            </a:r>
            <a:endParaRPr lang="en-US">
              <a:latin typeface="Univers Condensed Light"/>
            </a:endParaRPr>
          </a:p>
          <a:p>
            <a:pPr marL="285750" indent="-285750">
              <a:buFont typeface="Arial"/>
              <a:buChar char="•"/>
            </a:pPr>
            <a:endParaRPr lang="en-US" cap="all">
              <a:latin typeface="Univers Condensed Light"/>
              <a:cs typeface="Times New Roman"/>
            </a:endParaRPr>
          </a:p>
          <a:p>
            <a:r>
              <a:rPr lang="en-US" u="sng">
                <a:latin typeface="Univers Condensed Light"/>
              </a:rPr>
              <a:t>Current design status</a:t>
            </a:r>
            <a:endParaRPr lang="en-US">
              <a:latin typeface="Univers Condensed Light"/>
            </a:endParaRPr>
          </a:p>
          <a:p>
            <a:pPr marL="285750" indent="-285750">
              <a:buFont typeface="Arial"/>
              <a:buChar char="•"/>
            </a:pPr>
            <a:r>
              <a:rPr lang="en-US">
                <a:latin typeface="Univers Condensed Light"/>
              </a:rPr>
              <a:t>Prototype is still in the design stage.</a:t>
            </a:r>
          </a:p>
          <a:p>
            <a:pPr marL="285750" indent="-285750">
              <a:buFont typeface="Arial"/>
              <a:buChar char="•"/>
            </a:pPr>
            <a:r>
              <a:rPr lang="en-US">
                <a:latin typeface="Univers Condensed Light"/>
              </a:rPr>
              <a:t>Final measurements need to be confirmed</a:t>
            </a:r>
          </a:p>
          <a:p>
            <a:pPr marL="285750" indent="-285750">
              <a:buFont typeface="Arial"/>
              <a:buChar char="•"/>
            </a:pPr>
            <a:r>
              <a:rPr lang="en-US">
                <a:latin typeface="Univers Condensed Light"/>
              </a:rPr>
              <a:t>It is confirmed that the mechanical hardware will be provided by yards.</a:t>
            </a:r>
          </a:p>
          <a:p>
            <a:pPr marL="285750" indent="-285750">
              <a:buFont typeface="Arial"/>
              <a:buChar char="•"/>
            </a:pPr>
            <a:r>
              <a:rPr lang="en-US">
                <a:latin typeface="Univers Condensed Light"/>
              </a:rPr>
              <a:t>The biggest remaining challenge is making sure cans can be loaded without denting or jamming. The next step includes testing the design in yards.</a:t>
            </a:r>
            <a:endParaRPr lang="en-US"/>
          </a:p>
          <a:p>
            <a:endParaRPr lang="en-US" cap="all">
              <a:latin typeface="Oswald SemiBold"/>
            </a:endParaRPr>
          </a:p>
          <a:p>
            <a:pPr marL="285750" indent="-285750">
              <a:buFont typeface="Arial"/>
              <a:buChar char="•"/>
            </a:pPr>
            <a:endParaRPr lang="en-US" cap="all">
              <a:latin typeface="Oswald SemiBold"/>
            </a:endParaRPr>
          </a:p>
          <a:p>
            <a:pPr marL="285750" indent="-285750">
              <a:buFont typeface="Arial"/>
              <a:buChar char="•"/>
            </a:pPr>
            <a:endParaRPr lang="en-US" cap="all">
              <a:latin typeface="Oswald SemiBold"/>
            </a:endParaRPr>
          </a:p>
        </p:txBody>
      </p:sp>
    </p:spTree>
    <p:extLst>
      <p:ext uri="{BB962C8B-B14F-4D97-AF65-F5344CB8AC3E}">
        <p14:creationId xmlns:p14="http://schemas.microsoft.com/office/powerpoint/2010/main" val="2419454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2B237E0-58E8-A971-9DD3-6F8B05C17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55EC5-5C56-25EA-00CD-D8EAC2548CB3}"/>
              </a:ext>
            </a:extLst>
          </p:cNvPr>
          <p:cNvSpPr>
            <a:spLocks noGrp="1"/>
          </p:cNvSpPr>
          <p:nvPr>
            <p:ph idx="1"/>
          </p:nvPr>
        </p:nvSpPr>
        <p:spPr>
          <a:xfrm>
            <a:off x="241474" y="868604"/>
            <a:ext cx="4903440" cy="1110751"/>
          </a:xfrm>
        </p:spPr>
        <p:txBody>
          <a:bodyPr anchor="b">
            <a:normAutofit/>
          </a:bodyPr>
          <a:lstStyle/>
          <a:p>
            <a:pPr>
              <a:spcAft>
                <a:spcPts val="600"/>
              </a:spcAft>
            </a:pPr>
            <a:r>
              <a:rPr lang="en-US"/>
              <a:t>Conclusion</a:t>
            </a:r>
          </a:p>
        </p:txBody>
      </p:sp>
      <p:sp>
        <p:nvSpPr>
          <p:cNvPr id="16" name="Footer Placeholder 3">
            <a:extLst>
              <a:ext uri="{FF2B5EF4-FFF2-40B4-BE49-F238E27FC236}">
                <a16:creationId xmlns:a16="http://schemas.microsoft.com/office/drawing/2014/main" id="{3CEEF411-CFCA-D629-C85C-0E370B7DF23C}"/>
              </a:ext>
            </a:extLst>
          </p:cNvPr>
          <p:cNvSpPr>
            <a:spLocks noGrp="1"/>
          </p:cNvSpPr>
          <p:nvPr>
            <p:ph type="ftr" sz="quarter" idx="11"/>
          </p:nvPr>
        </p:nvSpPr>
        <p:spPr>
          <a:xfrm>
            <a:off x="605431" y="501227"/>
            <a:ext cx="1907799" cy="365125"/>
          </a:xfrm>
        </p:spPr>
        <p:txBody>
          <a:bodyPr/>
          <a:lstStyle/>
          <a:p>
            <a:pPr>
              <a:spcAft>
                <a:spcPts val="600"/>
              </a:spcAft>
            </a:pPr>
            <a:r>
              <a:rPr lang="en-US"/>
              <a:t>
              </a:t>
            </a:r>
          </a:p>
        </p:txBody>
      </p:sp>
      <p:sp>
        <p:nvSpPr>
          <p:cNvPr id="17" name="Date Placeholder 4">
            <a:extLst>
              <a:ext uri="{FF2B5EF4-FFF2-40B4-BE49-F238E27FC236}">
                <a16:creationId xmlns:a16="http://schemas.microsoft.com/office/drawing/2014/main" id="{9D2077E2-BE72-5F60-826D-9E7B03421E33}"/>
              </a:ext>
            </a:extLst>
          </p:cNvPr>
          <p:cNvSpPr>
            <a:spLocks noGrp="1"/>
          </p:cNvSpPr>
          <p:nvPr>
            <p:ph type="dt" sz="half" idx="10"/>
          </p:nvPr>
        </p:nvSpPr>
        <p:spPr>
          <a:xfrm>
            <a:off x="9900458" y="501227"/>
            <a:ext cx="1256738" cy="365125"/>
          </a:xfrm>
        </p:spPr>
        <p:txBody>
          <a:bodyPr/>
          <a:lstStyle/>
          <a:p>
            <a:pPr>
              <a:spcAft>
                <a:spcPts val="600"/>
              </a:spcAft>
            </a:pPr>
            <a:fld id="{13D7D680-2BEB-4BC8-915D-1513C0829C74}" type="datetime1">
              <a:rPr lang="en-US" smtClean="0"/>
              <a:pPr>
                <a:spcAft>
                  <a:spcPts val="600"/>
                </a:spcAft>
              </a:pPr>
              <a:t>9/22/2026</a:t>
            </a:fld>
            <a:endParaRPr lang="en-US"/>
          </a:p>
        </p:txBody>
      </p:sp>
      <p:sp>
        <p:nvSpPr>
          <p:cNvPr id="18" name="Slide Number Placeholder 5">
            <a:extLst>
              <a:ext uri="{FF2B5EF4-FFF2-40B4-BE49-F238E27FC236}">
                <a16:creationId xmlns:a16="http://schemas.microsoft.com/office/drawing/2014/main" id="{EF48E436-C55B-934F-2F8A-64A873C8EF89}"/>
              </a:ext>
            </a:extLst>
          </p:cNvPr>
          <p:cNvSpPr>
            <a:spLocks noGrp="1"/>
          </p:cNvSpPr>
          <p:nvPr>
            <p:ph type="sldNum" sz="quarter" idx="12"/>
          </p:nvPr>
        </p:nvSpPr>
        <p:spPr>
          <a:xfrm>
            <a:off x="11157196" y="501227"/>
            <a:ext cx="429372" cy="365125"/>
          </a:xfrm>
        </p:spPr>
        <p:txBody>
          <a:bodyPr/>
          <a:lstStyle/>
          <a:p>
            <a:pPr>
              <a:spcAft>
                <a:spcPts val="600"/>
              </a:spcAft>
            </a:pPr>
            <a:fld id="{27F8DDA4-3B80-4E8A-A8F5-521F73BF9127}" type="slidenum">
              <a:rPr lang="en-US" smtClean="0"/>
              <a:pPr>
                <a:spcAft>
                  <a:spcPts val="600"/>
                </a:spcAft>
              </a:pPr>
              <a:t>9</a:t>
            </a:fld>
            <a:endParaRPr lang="en-US"/>
          </a:p>
        </p:txBody>
      </p:sp>
      <p:sp>
        <p:nvSpPr>
          <p:cNvPr id="5" name="TextBox 4">
            <a:extLst>
              <a:ext uri="{FF2B5EF4-FFF2-40B4-BE49-F238E27FC236}">
                <a16:creationId xmlns:a16="http://schemas.microsoft.com/office/drawing/2014/main" id="{93F7B853-5A6C-535C-0AAA-F1AAF36EE9D6}"/>
              </a:ext>
            </a:extLst>
          </p:cNvPr>
          <p:cNvSpPr txBox="1"/>
          <p:nvPr/>
        </p:nvSpPr>
        <p:spPr>
          <a:xfrm>
            <a:off x="4599452" y="5538337"/>
            <a:ext cx="299029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a:t>Thank you!</a:t>
            </a:r>
          </a:p>
        </p:txBody>
      </p:sp>
      <p:sp>
        <p:nvSpPr>
          <p:cNvPr id="3" name="TextBox 2">
            <a:extLst>
              <a:ext uri="{FF2B5EF4-FFF2-40B4-BE49-F238E27FC236}">
                <a16:creationId xmlns:a16="http://schemas.microsoft.com/office/drawing/2014/main" id="{68EE7E51-EB9F-19F7-AB58-BE5F65CD9EB9}"/>
              </a:ext>
            </a:extLst>
          </p:cNvPr>
          <p:cNvSpPr txBox="1"/>
          <p:nvPr/>
        </p:nvSpPr>
        <p:spPr>
          <a:xfrm>
            <a:off x="239232" y="2525232"/>
            <a:ext cx="11580629"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ea typeface="+mn-lt"/>
                <a:cs typeface="+mn-lt"/>
              </a:rPr>
              <a:t>The prototype is moving from the design stage toward testing and implementation. Next, the team will confirm final measurements, determine available hardware, and test the proposed system at  Yards. Based on those results, the design can be adjusted before building the final prototype.</a:t>
            </a:r>
            <a:endParaRPr lang="en-US" sz="2800"/>
          </a:p>
        </p:txBody>
      </p:sp>
    </p:spTree>
    <p:extLst>
      <p:ext uri="{BB962C8B-B14F-4D97-AF65-F5344CB8AC3E}">
        <p14:creationId xmlns:p14="http://schemas.microsoft.com/office/powerpoint/2010/main" val="2361371186"/>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range Experience">
      <a:majorFont>
        <a:latin typeface="Oswald SemiBold"/>
        <a:ea typeface=""/>
        <a:cs typeface=""/>
      </a:majorFont>
      <a:minorFont>
        <a:latin typeface="Univers Condensed Light"/>
        <a:ea typeface=""/>
        <a:cs typeface=""/>
      </a:minorFont>
    </a:fontScheme>
    <a:fmtScheme name="Orange Experien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3FBD020F-64D3-42BF-A2BA-FB7237EC65A2}" vid="{0A40F0BF-A9BE-440A-B017-9F6336E85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3</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Orange Experience</vt:lpstr>
      <vt:lpstr>Team 1: Progress Presentation</vt:lpstr>
      <vt:lpstr>Table Of Contents</vt:lpstr>
      <vt:lpstr>Tab 1: Canning Production Line</vt:lpstr>
      <vt:lpstr>Tab 2: Variety Pack Production Process</vt:lpstr>
      <vt:lpstr>Tab 3: Variety Can Types and Packaging</vt:lpstr>
      <vt:lpstr>Tab 4: High-Speed Camera</vt:lpstr>
      <vt:lpstr>Tab 5: OpenCV for Image Detection</vt:lpstr>
      <vt:lpstr>Tab 6: Prototype Ideas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cp:revision>
  <dcterms:created xsi:type="dcterms:W3CDTF">2026-09-08T13:20:16Z</dcterms:created>
  <dcterms:modified xsi:type="dcterms:W3CDTF">2026-09-22T19:51:25Z</dcterms:modified>
</cp:coreProperties>
</file>